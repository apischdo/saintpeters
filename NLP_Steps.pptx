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3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4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5.xml" ContentType="application/vnd.openxmlformats-officedocument.theme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theme/theme6.xml" ContentType="application/vnd.openxmlformats-officedocument.theme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theme/theme7.xml" ContentType="application/vnd.openxmlformats-officedocument.theme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theme/theme8.xml" ContentType="application/vnd.openxmlformats-officedocument.theme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00" r:id="rId2"/>
    <p:sldMasterId id="2147483777" r:id="rId3"/>
    <p:sldMasterId id="2147483829" r:id="rId4"/>
    <p:sldMasterId id="2147483862" r:id="rId5"/>
    <p:sldMasterId id="2147483907" r:id="rId6"/>
    <p:sldMasterId id="2147483953" r:id="rId7"/>
    <p:sldMasterId id="2147483987" r:id="rId8"/>
    <p:sldMasterId id="2147484029" r:id="rId9"/>
  </p:sldMasterIdLst>
  <p:notesMasterIdLst>
    <p:notesMasterId r:id="rId28"/>
  </p:notesMasterIdLst>
  <p:handoutMasterIdLst>
    <p:handoutMasterId r:id="rId29"/>
  </p:handoutMasterIdLst>
  <p:sldIdLst>
    <p:sldId id="1367" r:id="rId10"/>
    <p:sldId id="1376" r:id="rId11"/>
    <p:sldId id="1424" r:id="rId12"/>
    <p:sldId id="1425" r:id="rId13"/>
    <p:sldId id="1436" r:id="rId14"/>
    <p:sldId id="1426" r:id="rId15"/>
    <p:sldId id="1435" r:id="rId16"/>
    <p:sldId id="1430" r:id="rId17"/>
    <p:sldId id="1429" r:id="rId18"/>
    <p:sldId id="1427" r:id="rId19"/>
    <p:sldId id="1428" r:id="rId20"/>
    <p:sldId id="1433" r:id="rId21"/>
    <p:sldId id="1432" r:id="rId22"/>
    <p:sldId id="1431" r:id="rId23"/>
    <p:sldId id="1437" r:id="rId24"/>
    <p:sldId id="1438" r:id="rId25"/>
    <p:sldId id="1421" r:id="rId26"/>
    <p:sldId id="140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2BC"/>
    <a:srgbClr val="423FBF"/>
    <a:srgbClr val="5C55FF"/>
    <a:srgbClr val="4352AB"/>
    <a:srgbClr val="9DAAFF"/>
    <a:srgbClr val="4A4BBB"/>
    <a:srgbClr val="0230AD"/>
    <a:srgbClr val="001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33"/>
    <p:restoredTop sz="86150" autoAdjust="0"/>
  </p:normalViewPr>
  <p:slideViewPr>
    <p:cSldViewPr snapToGrid="0" snapToObjects="1">
      <p:cViewPr varScale="1">
        <p:scale>
          <a:sx n="107" d="100"/>
          <a:sy n="107" d="100"/>
        </p:scale>
        <p:origin x="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08" d="100"/>
          <a:sy n="108" d="100"/>
        </p:scale>
        <p:origin x="31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456EE1-A7D1-44B9-9CD5-D8085FCCE06F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E6A7938-210D-416E-9EE8-30029FDEF126}">
      <dgm:prSet/>
      <dgm:spPr/>
      <dgm:t>
        <a:bodyPr/>
        <a:lstStyle/>
        <a:p>
          <a:r>
            <a:rPr lang="en-US"/>
            <a:t>Segmentation</a:t>
          </a:r>
        </a:p>
      </dgm:t>
    </dgm:pt>
    <dgm:pt modelId="{526968E1-5B8F-4658-991B-557EBC00185B}" type="parTrans" cxnId="{AF23395B-BAB7-4DF7-8B84-B2F57FD89794}">
      <dgm:prSet/>
      <dgm:spPr/>
      <dgm:t>
        <a:bodyPr/>
        <a:lstStyle/>
        <a:p>
          <a:endParaRPr lang="en-US"/>
        </a:p>
      </dgm:t>
    </dgm:pt>
    <dgm:pt modelId="{E049DC73-A580-4CC4-A2A2-2546F30B994E}" type="sibTrans" cxnId="{AF23395B-BAB7-4DF7-8B84-B2F57FD89794}">
      <dgm:prSet/>
      <dgm:spPr/>
      <dgm:t>
        <a:bodyPr/>
        <a:lstStyle/>
        <a:p>
          <a:endParaRPr lang="en-US"/>
        </a:p>
      </dgm:t>
    </dgm:pt>
    <dgm:pt modelId="{AD5ED403-EBB8-4B6A-9F49-8932226792F8}">
      <dgm:prSet/>
      <dgm:spPr/>
      <dgm:t>
        <a:bodyPr/>
        <a:lstStyle/>
        <a:p>
          <a:r>
            <a:rPr lang="en-US"/>
            <a:t>Tokenizing</a:t>
          </a:r>
        </a:p>
      </dgm:t>
    </dgm:pt>
    <dgm:pt modelId="{CD3E49F8-4A70-477F-9A1E-60AC54B998E1}" type="parTrans" cxnId="{3305E78A-4472-45D8-AC5D-B2FC87300786}">
      <dgm:prSet/>
      <dgm:spPr/>
      <dgm:t>
        <a:bodyPr/>
        <a:lstStyle/>
        <a:p>
          <a:endParaRPr lang="en-US"/>
        </a:p>
      </dgm:t>
    </dgm:pt>
    <dgm:pt modelId="{EDFF8060-2B15-4152-B923-5DE33E1DD667}" type="sibTrans" cxnId="{3305E78A-4472-45D8-AC5D-B2FC87300786}">
      <dgm:prSet/>
      <dgm:spPr/>
      <dgm:t>
        <a:bodyPr/>
        <a:lstStyle/>
        <a:p>
          <a:endParaRPr lang="en-US"/>
        </a:p>
      </dgm:t>
    </dgm:pt>
    <dgm:pt modelId="{E082DD10-8675-4ADB-9514-61D552F149CC}">
      <dgm:prSet/>
      <dgm:spPr/>
      <dgm:t>
        <a:bodyPr/>
        <a:lstStyle/>
        <a:p>
          <a:r>
            <a:rPr lang="en-US"/>
            <a:t>Removing Stop Words</a:t>
          </a:r>
        </a:p>
      </dgm:t>
    </dgm:pt>
    <dgm:pt modelId="{B75F7F55-59BD-49D6-89AB-752939F165E6}" type="parTrans" cxnId="{53CFE98E-940F-4E5F-A90C-D8463A439D71}">
      <dgm:prSet/>
      <dgm:spPr/>
      <dgm:t>
        <a:bodyPr/>
        <a:lstStyle/>
        <a:p>
          <a:endParaRPr lang="en-US"/>
        </a:p>
      </dgm:t>
    </dgm:pt>
    <dgm:pt modelId="{F9A4CB7C-BCCE-4CEE-8E26-589F39D82A43}" type="sibTrans" cxnId="{53CFE98E-940F-4E5F-A90C-D8463A439D71}">
      <dgm:prSet/>
      <dgm:spPr/>
      <dgm:t>
        <a:bodyPr/>
        <a:lstStyle/>
        <a:p>
          <a:endParaRPr lang="en-US"/>
        </a:p>
      </dgm:t>
    </dgm:pt>
    <dgm:pt modelId="{60EB8BAC-A9E1-4848-99CA-5390B5FAC733}">
      <dgm:prSet/>
      <dgm:spPr/>
      <dgm:t>
        <a:bodyPr/>
        <a:lstStyle/>
        <a:p>
          <a:r>
            <a:rPr lang="en-US"/>
            <a:t>Stemming</a:t>
          </a:r>
        </a:p>
      </dgm:t>
    </dgm:pt>
    <dgm:pt modelId="{1005597B-5CC9-459A-8AB4-3D9D5CDD3C56}" type="parTrans" cxnId="{9D4C3192-E5A0-46EA-B544-9EFFB36F490A}">
      <dgm:prSet/>
      <dgm:spPr/>
      <dgm:t>
        <a:bodyPr/>
        <a:lstStyle/>
        <a:p>
          <a:endParaRPr lang="en-US"/>
        </a:p>
      </dgm:t>
    </dgm:pt>
    <dgm:pt modelId="{E894512D-2FE1-44BE-AF0E-6FD6F69DCD0D}" type="sibTrans" cxnId="{9D4C3192-E5A0-46EA-B544-9EFFB36F490A}">
      <dgm:prSet/>
      <dgm:spPr/>
      <dgm:t>
        <a:bodyPr/>
        <a:lstStyle/>
        <a:p>
          <a:endParaRPr lang="en-US"/>
        </a:p>
      </dgm:t>
    </dgm:pt>
    <dgm:pt modelId="{F38B9FC6-6B1E-4124-A96D-D29B576315CF}">
      <dgm:prSet/>
      <dgm:spPr/>
      <dgm:t>
        <a:bodyPr/>
        <a:lstStyle/>
        <a:p>
          <a:r>
            <a:rPr lang="en-US"/>
            <a:t>Lemmatization</a:t>
          </a:r>
        </a:p>
      </dgm:t>
    </dgm:pt>
    <dgm:pt modelId="{772CAC1E-A2C0-40EF-875E-C3007FAE5599}" type="parTrans" cxnId="{E6F6B328-2225-41CB-8598-09934F81444C}">
      <dgm:prSet/>
      <dgm:spPr/>
      <dgm:t>
        <a:bodyPr/>
        <a:lstStyle/>
        <a:p>
          <a:endParaRPr lang="en-US"/>
        </a:p>
      </dgm:t>
    </dgm:pt>
    <dgm:pt modelId="{9646EEE4-46E4-487F-AB5B-8798F24454A8}" type="sibTrans" cxnId="{E6F6B328-2225-41CB-8598-09934F81444C}">
      <dgm:prSet/>
      <dgm:spPr/>
      <dgm:t>
        <a:bodyPr/>
        <a:lstStyle/>
        <a:p>
          <a:endParaRPr lang="en-US"/>
        </a:p>
      </dgm:t>
    </dgm:pt>
    <dgm:pt modelId="{C34A13D7-1EE8-4F62-84F6-60E85B1A29EB}">
      <dgm:prSet/>
      <dgm:spPr/>
      <dgm:t>
        <a:bodyPr/>
        <a:lstStyle/>
        <a:p>
          <a:r>
            <a:rPr lang="en-US"/>
            <a:t>Part of Speech Tagging</a:t>
          </a:r>
        </a:p>
      </dgm:t>
    </dgm:pt>
    <dgm:pt modelId="{CCD4D07E-5230-4097-88D7-57409E4B4952}" type="parTrans" cxnId="{23992E63-13F1-4020-8574-8E19CAC2F528}">
      <dgm:prSet/>
      <dgm:spPr/>
      <dgm:t>
        <a:bodyPr/>
        <a:lstStyle/>
        <a:p>
          <a:endParaRPr lang="en-US"/>
        </a:p>
      </dgm:t>
    </dgm:pt>
    <dgm:pt modelId="{8FE3620D-816F-4C0F-93C7-EC132BF81FC7}" type="sibTrans" cxnId="{23992E63-13F1-4020-8574-8E19CAC2F528}">
      <dgm:prSet/>
      <dgm:spPr/>
      <dgm:t>
        <a:bodyPr/>
        <a:lstStyle/>
        <a:p>
          <a:endParaRPr lang="en-US"/>
        </a:p>
      </dgm:t>
    </dgm:pt>
    <dgm:pt modelId="{7621228B-1C1C-4E09-8EC5-695A50DEC685}">
      <dgm:prSet/>
      <dgm:spPr/>
      <dgm:t>
        <a:bodyPr/>
        <a:lstStyle/>
        <a:p>
          <a:r>
            <a:rPr lang="en-US"/>
            <a:t>Named Entity Detection</a:t>
          </a:r>
        </a:p>
      </dgm:t>
    </dgm:pt>
    <dgm:pt modelId="{19765E07-9ABA-4E85-BC01-9E4F020068BE}" type="parTrans" cxnId="{D7C19D6E-0CE8-472C-911A-A21AC1C8AB1D}">
      <dgm:prSet/>
      <dgm:spPr/>
      <dgm:t>
        <a:bodyPr/>
        <a:lstStyle/>
        <a:p>
          <a:endParaRPr lang="en-US"/>
        </a:p>
      </dgm:t>
    </dgm:pt>
    <dgm:pt modelId="{5EB3E9CE-D768-4C59-A011-C66733A0BF3E}" type="sibTrans" cxnId="{D7C19D6E-0CE8-472C-911A-A21AC1C8AB1D}">
      <dgm:prSet/>
      <dgm:spPr/>
      <dgm:t>
        <a:bodyPr/>
        <a:lstStyle/>
        <a:p>
          <a:endParaRPr lang="en-US"/>
        </a:p>
      </dgm:t>
    </dgm:pt>
    <dgm:pt modelId="{ADB8A4BD-2CDF-4ED2-80D1-6101499954F4}">
      <dgm:prSet/>
      <dgm:spPr/>
      <dgm:t>
        <a:bodyPr/>
        <a:lstStyle/>
        <a:p>
          <a:r>
            <a:rPr lang="en-US"/>
            <a:t>Full stack </a:t>
          </a:r>
        </a:p>
      </dgm:t>
    </dgm:pt>
    <dgm:pt modelId="{29C1AD50-895C-4FCD-AD88-A3D5AB855783}" type="parTrans" cxnId="{19A5AC6B-F037-4E53-90B9-1563073C8E05}">
      <dgm:prSet/>
      <dgm:spPr/>
      <dgm:t>
        <a:bodyPr/>
        <a:lstStyle/>
        <a:p>
          <a:endParaRPr lang="en-US"/>
        </a:p>
      </dgm:t>
    </dgm:pt>
    <dgm:pt modelId="{F7899F61-06C9-4F8C-93AA-2B2B61D11970}" type="sibTrans" cxnId="{19A5AC6B-F037-4E53-90B9-1563073C8E05}">
      <dgm:prSet/>
      <dgm:spPr/>
      <dgm:t>
        <a:bodyPr/>
        <a:lstStyle/>
        <a:p>
          <a:endParaRPr lang="en-US"/>
        </a:p>
      </dgm:t>
    </dgm:pt>
    <dgm:pt modelId="{2423EEEC-1FCF-5C4F-8B2D-9A2A5621F311}" type="pres">
      <dgm:prSet presAssocID="{64456EE1-A7D1-44B9-9CD5-D8085FCCE06F}" presName="linear" presStyleCnt="0">
        <dgm:presLayoutVars>
          <dgm:animLvl val="lvl"/>
          <dgm:resizeHandles val="exact"/>
        </dgm:presLayoutVars>
      </dgm:prSet>
      <dgm:spPr/>
    </dgm:pt>
    <dgm:pt modelId="{61B383AE-C992-CB4A-9D87-40BFA91B8F92}" type="pres">
      <dgm:prSet presAssocID="{5E6A7938-210D-416E-9EE8-30029FDEF126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7956C356-2148-664D-8103-BA7A5235876C}" type="pres">
      <dgm:prSet presAssocID="{E049DC73-A580-4CC4-A2A2-2546F30B994E}" presName="spacer" presStyleCnt="0"/>
      <dgm:spPr/>
    </dgm:pt>
    <dgm:pt modelId="{3C9FE9EE-690D-914A-BDD2-37BF91762A99}" type="pres">
      <dgm:prSet presAssocID="{AD5ED403-EBB8-4B6A-9F49-8932226792F8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F9EB9E6-C453-FB48-A923-2BBFAFB28CD9}" type="pres">
      <dgm:prSet presAssocID="{EDFF8060-2B15-4152-B923-5DE33E1DD667}" presName="spacer" presStyleCnt="0"/>
      <dgm:spPr/>
    </dgm:pt>
    <dgm:pt modelId="{940C92B6-6AE1-7E48-9887-5A4E3F1CF8CE}" type="pres">
      <dgm:prSet presAssocID="{E082DD10-8675-4ADB-9514-61D552F149CC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B2DDBF8E-501C-E941-B92C-17CA5043EB89}" type="pres">
      <dgm:prSet presAssocID="{F9A4CB7C-BCCE-4CEE-8E26-589F39D82A43}" presName="spacer" presStyleCnt="0"/>
      <dgm:spPr/>
    </dgm:pt>
    <dgm:pt modelId="{D5D97140-9F55-3544-B904-F0FFC0B99CEE}" type="pres">
      <dgm:prSet presAssocID="{60EB8BAC-A9E1-4848-99CA-5390B5FAC733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A87EA50-5CC3-834B-872B-4B010E2490D6}" type="pres">
      <dgm:prSet presAssocID="{E894512D-2FE1-44BE-AF0E-6FD6F69DCD0D}" presName="spacer" presStyleCnt="0"/>
      <dgm:spPr/>
    </dgm:pt>
    <dgm:pt modelId="{5C00E679-17C9-6F41-BC42-BF9961CF948D}" type="pres">
      <dgm:prSet presAssocID="{F38B9FC6-6B1E-4124-A96D-D29B576315CF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597E0B7F-BA4B-8E4B-A8A8-340D2B4DE9CF}" type="pres">
      <dgm:prSet presAssocID="{9646EEE4-46E4-487F-AB5B-8798F24454A8}" presName="spacer" presStyleCnt="0"/>
      <dgm:spPr/>
    </dgm:pt>
    <dgm:pt modelId="{1237FFE9-82DA-4448-AD43-8E3E93E408A7}" type="pres">
      <dgm:prSet presAssocID="{C34A13D7-1EE8-4F62-84F6-60E85B1A29EB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C833AC80-6244-E544-81D4-961C593193B6}" type="pres">
      <dgm:prSet presAssocID="{8FE3620D-816F-4C0F-93C7-EC132BF81FC7}" presName="spacer" presStyleCnt="0"/>
      <dgm:spPr/>
    </dgm:pt>
    <dgm:pt modelId="{E01157E4-5DDD-F84C-86E4-82D015A74A0D}" type="pres">
      <dgm:prSet presAssocID="{7621228B-1C1C-4E09-8EC5-695A50DEC685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D1EE6EAD-C008-3148-BD11-F5E102EDD006}" type="pres">
      <dgm:prSet presAssocID="{5EB3E9CE-D768-4C59-A011-C66733A0BF3E}" presName="spacer" presStyleCnt="0"/>
      <dgm:spPr/>
    </dgm:pt>
    <dgm:pt modelId="{598FCE6B-AE7A-7A4C-BB56-AF616838DE86}" type="pres">
      <dgm:prSet presAssocID="{ADB8A4BD-2CDF-4ED2-80D1-6101499954F4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E6F6B328-2225-41CB-8598-09934F81444C}" srcId="{64456EE1-A7D1-44B9-9CD5-D8085FCCE06F}" destId="{F38B9FC6-6B1E-4124-A96D-D29B576315CF}" srcOrd="4" destOrd="0" parTransId="{772CAC1E-A2C0-40EF-875E-C3007FAE5599}" sibTransId="{9646EEE4-46E4-487F-AB5B-8798F24454A8}"/>
    <dgm:cxn modelId="{63934531-AF39-A84B-9ED2-666A4B62E952}" type="presOf" srcId="{ADB8A4BD-2CDF-4ED2-80D1-6101499954F4}" destId="{598FCE6B-AE7A-7A4C-BB56-AF616838DE86}" srcOrd="0" destOrd="0" presId="urn:microsoft.com/office/officeart/2005/8/layout/vList2"/>
    <dgm:cxn modelId="{6E5F6B49-03B1-7640-9165-4D7DED750D80}" type="presOf" srcId="{7621228B-1C1C-4E09-8EC5-695A50DEC685}" destId="{E01157E4-5DDD-F84C-86E4-82D015A74A0D}" srcOrd="0" destOrd="0" presId="urn:microsoft.com/office/officeart/2005/8/layout/vList2"/>
    <dgm:cxn modelId="{F01B1F57-6360-B144-BBC2-6A2D6DBBFADA}" type="presOf" srcId="{64456EE1-A7D1-44B9-9CD5-D8085FCCE06F}" destId="{2423EEEC-1FCF-5C4F-8B2D-9A2A5621F311}" srcOrd="0" destOrd="0" presId="urn:microsoft.com/office/officeart/2005/8/layout/vList2"/>
    <dgm:cxn modelId="{AF23395B-BAB7-4DF7-8B84-B2F57FD89794}" srcId="{64456EE1-A7D1-44B9-9CD5-D8085FCCE06F}" destId="{5E6A7938-210D-416E-9EE8-30029FDEF126}" srcOrd="0" destOrd="0" parTransId="{526968E1-5B8F-4658-991B-557EBC00185B}" sibTransId="{E049DC73-A580-4CC4-A2A2-2546F30B994E}"/>
    <dgm:cxn modelId="{66240B5C-8457-C243-A55D-B724F4630306}" type="presOf" srcId="{60EB8BAC-A9E1-4848-99CA-5390B5FAC733}" destId="{D5D97140-9F55-3544-B904-F0FFC0B99CEE}" srcOrd="0" destOrd="0" presId="urn:microsoft.com/office/officeart/2005/8/layout/vList2"/>
    <dgm:cxn modelId="{23992E63-13F1-4020-8574-8E19CAC2F528}" srcId="{64456EE1-A7D1-44B9-9CD5-D8085FCCE06F}" destId="{C34A13D7-1EE8-4F62-84F6-60E85B1A29EB}" srcOrd="5" destOrd="0" parTransId="{CCD4D07E-5230-4097-88D7-57409E4B4952}" sibTransId="{8FE3620D-816F-4C0F-93C7-EC132BF81FC7}"/>
    <dgm:cxn modelId="{19A5AC6B-F037-4E53-90B9-1563073C8E05}" srcId="{64456EE1-A7D1-44B9-9CD5-D8085FCCE06F}" destId="{ADB8A4BD-2CDF-4ED2-80D1-6101499954F4}" srcOrd="7" destOrd="0" parTransId="{29C1AD50-895C-4FCD-AD88-A3D5AB855783}" sibTransId="{F7899F61-06C9-4F8C-93AA-2B2B61D11970}"/>
    <dgm:cxn modelId="{D7C19D6E-0CE8-472C-911A-A21AC1C8AB1D}" srcId="{64456EE1-A7D1-44B9-9CD5-D8085FCCE06F}" destId="{7621228B-1C1C-4E09-8EC5-695A50DEC685}" srcOrd="6" destOrd="0" parTransId="{19765E07-9ABA-4E85-BC01-9E4F020068BE}" sibTransId="{5EB3E9CE-D768-4C59-A011-C66733A0BF3E}"/>
    <dgm:cxn modelId="{3305E78A-4472-45D8-AC5D-B2FC87300786}" srcId="{64456EE1-A7D1-44B9-9CD5-D8085FCCE06F}" destId="{AD5ED403-EBB8-4B6A-9F49-8932226792F8}" srcOrd="1" destOrd="0" parTransId="{CD3E49F8-4A70-477F-9A1E-60AC54B998E1}" sibTransId="{EDFF8060-2B15-4152-B923-5DE33E1DD667}"/>
    <dgm:cxn modelId="{53CFE98E-940F-4E5F-A90C-D8463A439D71}" srcId="{64456EE1-A7D1-44B9-9CD5-D8085FCCE06F}" destId="{E082DD10-8675-4ADB-9514-61D552F149CC}" srcOrd="2" destOrd="0" parTransId="{B75F7F55-59BD-49D6-89AB-752939F165E6}" sibTransId="{F9A4CB7C-BCCE-4CEE-8E26-589F39D82A43}"/>
    <dgm:cxn modelId="{9D4C3192-E5A0-46EA-B544-9EFFB36F490A}" srcId="{64456EE1-A7D1-44B9-9CD5-D8085FCCE06F}" destId="{60EB8BAC-A9E1-4848-99CA-5390B5FAC733}" srcOrd="3" destOrd="0" parTransId="{1005597B-5CC9-459A-8AB4-3D9D5CDD3C56}" sibTransId="{E894512D-2FE1-44BE-AF0E-6FD6F69DCD0D}"/>
    <dgm:cxn modelId="{44A7B39C-2BF3-5646-AF06-2CA946A8FB35}" type="presOf" srcId="{C34A13D7-1EE8-4F62-84F6-60E85B1A29EB}" destId="{1237FFE9-82DA-4448-AD43-8E3E93E408A7}" srcOrd="0" destOrd="0" presId="urn:microsoft.com/office/officeart/2005/8/layout/vList2"/>
    <dgm:cxn modelId="{599C85B1-DC85-B742-9542-FE39DA5C747E}" type="presOf" srcId="{F38B9FC6-6B1E-4124-A96D-D29B576315CF}" destId="{5C00E679-17C9-6F41-BC42-BF9961CF948D}" srcOrd="0" destOrd="0" presId="urn:microsoft.com/office/officeart/2005/8/layout/vList2"/>
    <dgm:cxn modelId="{CE6D4CC4-D12E-6741-A5D3-0BBB76417A14}" type="presOf" srcId="{E082DD10-8675-4ADB-9514-61D552F149CC}" destId="{940C92B6-6AE1-7E48-9887-5A4E3F1CF8CE}" srcOrd="0" destOrd="0" presId="urn:microsoft.com/office/officeart/2005/8/layout/vList2"/>
    <dgm:cxn modelId="{DDB848DB-71AC-974C-B429-335CFD2E7484}" type="presOf" srcId="{AD5ED403-EBB8-4B6A-9F49-8932226792F8}" destId="{3C9FE9EE-690D-914A-BDD2-37BF91762A99}" srcOrd="0" destOrd="0" presId="urn:microsoft.com/office/officeart/2005/8/layout/vList2"/>
    <dgm:cxn modelId="{54946FE0-B138-A445-A190-A59B183ABA57}" type="presOf" srcId="{5E6A7938-210D-416E-9EE8-30029FDEF126}" destId="{61B383AE-C992-CB4A-9D87-40BFA91B8F92}" srcOrd="0" destOrd="0" presId="urn:microsoft.com/office/officeart/2005/8/layout/vList2"/>
    <dgm:cxn modelId="{29CC2334-7DF7-B844-AFBA-0AF661BF8E6A}" type="presParOf" srcId="{2423EEEC-1FCF-5C4F-8B2D-9A2A5621F311}" destId="{61B383AE-C992-CB4A-9D87-40BFA91B8F92}" srcOrd="0" destOrd="0" presId="urn:microsoft.com/office/officeart/2005/8/layout/vList2"/>
    <dgm:cxn modelId="{1FB864A3-4A00-A142-9133-13CE0D4DF8F0}" type="presParOf" srcId="{2423EEEC-1FCF-5C4F-8B2D-9A2A5621F311}" destId="{7956C356-2148-664D-8103-BA7A5235876C}" srcOrd="1" destOrd="0" presId="urn:microsoft.com/office/officeart/2005/8/layout/vList2"/>
    <dgm:cxn modelId="{E7D7B1B6-5EE3-DF4D-9B33-96CCEE19CCA0}" type="presParOf" srcId="{2423EEEC-1FCF-5C4F-8B2D-9A2A5621F311}" destId="{3C9FE9EE-690D-914A-BDD2-37BF91762A99}" srcOrd="2" destOrd="0" presId="urn:microsoft.com/office/officeart/2005/8/layout/vList2"/>
    <dgm:cxn modelId="{02EBC417-0707-874F-9AD6-742B52915687}" type="presParOf" srcId="{2423EEEC-1FCF-5C4F-8B2D-9A2A5621F311}" destId="{EF9EB9E6-C453-FB48-A923-2BBFAFB28CD9}" srcOrd="3" destOrd="0" presId="urn:microsoft.com/office/officeart/2005/8/layout/vList2"/>
    <dgm:cxn modelId="{173F1855-7174-7E45-B74E-63E9090B5704}" type="presParOf" srcId="{2423EEEC-1FCF-5C4F-8B2D-9A2A5621F311}" destId="{940C92B6-6AE1-7E48-9887-5A4E3F1CF8CE}" srcOrd="4" destOrd="0" presId="urn:microsoft.com/office/officeart/2005/8/layout/vList2"/>
    <dgm:cxn modelId="{0B52CE4D-9C9D-9645-9D9F-A02F0B92EFE5}" type="presParOf" srcId="{2423EEEC-1FCF-5C4F-8B2D-9A2A5621F311}" destId="{B2DDBF8E-501C-E941-B92C-17CA5043EB89}" srcOrd="5" destOrd="0" presId="urn:microsoft.com/office/officeart/2005/8/layout/vList2"/>
    <dgm:cxn modelId="{87B07408-B032-BF47-8315-10EF0BB7E2E8}" type="presParOf" srcId="{2423EEEC-1FCF-5C4F-8B2D-9A2A5621F311}" destId="{D5D97140-9F55-3544-B904-F0FFC0B99CEE}" srcOrd="6" destOrd="0" presId="urn:microsoft.com/office/officeart/2005/8/layout/vList2"/>
    <dgm:cxn modelId="{5B231378-CE5F-5E47-BEFA-2B2C29B30419}" type="presParOf" srcId="{2423EEEC-1FCF-5C4F-8B2D-9A2A5621F311}" destId="{5A87EA50-5CC3-834B-872B-4B010E2490D6}" srcOrd="7" destOrd="0" presId="urn:microsoft.com/office/officeart/2005/8/layout/vList2"/>
    <dgm:cxn modelId="{5263C806-86FC-CB4D-99D6-44B58E2024B9}" type="presParOf" srcId="{2423EEEC-1FCF-5C4F-8B2D-9A2A5621F311}" destId="{5C00E679-17C9-6F41-BC42-BF9961CF948D}" srcOrd="8" destOrd="0" presId="urn:microsoft.com/office/officeart/2005/8/layout/vList2"/>
    <dgm:cxn modelId="{7E08BD0F-BBB2-9D46-9C6B-4CDBB4043AF8}" type="presParOf" srcId="{2423EEEC-1FCF-5C4F-8B2D-9A2A5621F311}" destId="{597E0B7F-BA4B-8E4B-A8A8-340D2B4DE9CF}" srcOrd="9" destOrd="0" presId="urn:microsoft.com/office/officeart/2005/8/layout/vList2"/>
    <dgm:cxn modelId="{99E0C4BB-6D76-1E4D-8484-6837DE31FB04}" type="presParOf" srcId="{2423EEEC-1FCF-5C4F-8B2D-9A2A5621F311}" destId="{1237FFE9-82DA-4448-AD43-8E3E93E408A7}" srcOrd="10" destOrd="0" presId="urn:microsoft.com/office/officeart/2005/8/layout/vList2"/>
    <dgm:cxn modelId="{B0BC3318-E773-FA44-BC36-C8F43CC8AD02}" type="presParOf" srcId="{2423EEEC-1FCF-5C4F-8B2D-9A2A5621F311}" destId="{C833AC80-6244-E544-81D4-961C593193B6}" srcOrd="11" destOrd="0" presId="urn:microsoft.com/office/officeart/2005/8/layout/vList2"/>
    <dgm:cxn modelId="{3574398A-452C-8240-9B95-6E43C9B915F0}" type="presParOf" srcId="{2423EEEC-1FCF-5C4F-8B2D-9A2A5621F311}" destId="{E01157E4-5DDD-F84C-86E4-82D015A74A0D}" srcOrd="12" destOrd="0" presId="urn:microsoft.com/office/officeart/2005/8/layout/vList2"/>
    <dgm:cxn modelId="{0255007C-0F1A-924E-8BFA-6FF1CD03B264}" type="presParOf" srcId="{2423EEEC-1FCF-5C4F-8B2D-9A2A5621F311}" destId="{D1EE6EAD-C008-3148-BD11-F5E102EDD006}" srcOrd="13" destOrd="0" presId="urn:microsoft.com/office/officeart/2005/8/layout/vList2"/>
    <dgm:cxn modelId="{1A2D89F2-3147-FD4E-BBF3-7D15156B2AA9}" type="presParOf" srcId="{2423EEEC-1FCF-5C4F-8B2D-9A2A5621F311}" destId="{598FCE6B-AE7A-7A4C-BB56-AF616838DE86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383AE-C992-CB4A-9D87-40BFA91B8F92}">
      <dsp:nvSpPr>
        <dsp:cNvPr id="0" name=""/>
        <dsp:cNvSpPr/>
      </dsp:nvSpPr>
      <dsp:spPr>
        <a:xfrm>
          <a:off x="0" y="40653"/>
          <a:ext cx="4929475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Segmentation</a:t>
          </a:r>
        </a:p>
      </dsp:txBody>
      <dsp:txXfrm>
        <a:off x="24559" y="65212"/>
        <a:ext cx="4880357" cy="453982"/>
      </dsp:txXfrm>
    </dsp:sp>
    <dsp:sp modelId="{3C9FE9EE-690D-914A-BDD2-37BF91762A99}">
      <dsp:nvSpPr>
        <dsp:cNvPr id="0" name=""/>
        <dsp:cNvSpPr/>
      </dsp:nvSpPr>
      <dsp:spPr>
        <a:xfrm>
          <a:off x="0" y="601353"/>
          <a:ext cx="4929475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Tokenizing</a:t>
          </a:r>
        </a:p>
      </dsp:txBody>
      <dsp:txXfrm>
        <a:off x="24559" y="625912"/>
        <a:ext cx="4880357" cy="453982"/>
      </dsp:txXfrm>
    </dsp:sp>
    <dsp:sp modelId="{940C92B6-6AE1-7E48-9887-5A4E3F1CF8CE}">
      <dsp:nvSpPr>
        <dsp:cNvPr id="0" name=""/>
        <dsp:cNvSpPr/>
      </dsp:nvSpPr>
      <dsp:spPr>
        <a:xfrm>
          <a:off x="0" y="1162053"/>
          <a:ext cx="4929475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Removing Stop Words</a:t>
          </a:r>
        </a:p>
      </dsp:txBody>
      <dsp:txXfrm>
        <a:off x="24559" y="1186612"/>
        <a:ext cx="4880357" cy="453982"/>
      </dsp:txXfrm>
    </dsp:sp>
    <dsp:sp modelId="{D5D97140-9F55-3544-B904-F0FFC0B99CEE}">
      <dsp:nvSpPr>
        <dsp:cNvPr id="0" name=""/>
        <dsp:cNvSpPr/>
      </dsp:nvSpPr>
      <dsp:spPr>
        <a:xfrm>
          <a:off x="0" y="1722753"/>
          <a:ext cx="4929475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Stemming</a:t>
          </a:r>
        </a:p>
      </dsp:txBody>
      <dsp:txXfrm>
        <a:off x="24559" y="1747312"/>
        <a:ext cx="4880357" cy="453982"/>
      </dsp:txXfrm>
    </dsp:sp>
    <dsp:sp modelId="{5C00E679-17C9-6F41-BC42-BF9961CF948D}">
      <dsp:nvSpPr>
        <dsp:cNvPr id="0" name=""/>
        <dsp:cNvSpPr/>
      </dsp:nvSpPr>
      <dsp:spPr>
        <a:xfrm>
          <a:off x="0" y="2283453"/>
          <a:ext cx="4929475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Lemmatization</a:t>
          </a:r>
        </a:p>
      </dsp:txBody>
      <dsp:txXfrm>
        <a:off x="24559" y="2308012"/>
        <a:ext cx="4880357" cy="453982"/>
      </dsp:txXfrm>
    </dsp:sp>
    <dsp:sp modelId="{1237FFE9-82DA-4448-AD43-8E3E93E408A7}">
      <dsp:nvSpPr>
        <dsp:cNvPr id="0" name=""/>
        <dsp:cNvSpPr/>
      </dsp:nvSpPr>
      <dsp:spPr>
        <a:xfrm>
          <a:off x="0" y="2844153"/>
          <a:ext cx="4929475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Part of Speech Tagging</a:t>
          </a:r>
        </a:p>
      </dsp:txBody>
      <dsp:txXfrm>
        <a:off x="24559" y="2868712"/>
        <a:ext cx="4880357" cy="453982"/>
      </dsp:txXfrm>
    </dsp:sp>
    <dsp:sp modelId="{E01157E4-5DDD-F84C-86E4-82D015A74A0D}">
      <dsp:nvSpPr>
        <dsp:cNvPr id="0" name=""/>
        <dsp:cNvSpPr/>
      </dsp:nvSpPr>
      <dsp:spPr>
        <a:xfrm>
          <a:off x="0" y="3404853"/>
          <a:ext cx="4929475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Named Entity Detection</a:t>
          </a:r>
        </a:p>
      </dsp:txBody>
      <dsp:txXfrm>
        <a:off x="24559" y="3429412"/>
        <a:ext cx="4880357" cy="453982"/>
      </dsp:txXfrm>
    </dsp:sp>
    <dsp:sp modelId="{598FCE6B-AE7A-7A4C-BB56-AF616838DE86}">
      <dsp:nvSpPr>
        <dsp:cNvPr id="0" name=""/>
        <dsp:cNvSpPr/>
      </dsp:nvSpPr>
      <dsp:spPr>
        <a:xfrm>
          <a:off x="0" y="3965553"/>
          <a:ext cx="4929475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Full stack </a:t>
          </a:r>
        </a:p>
      </dsp:txBody>
      <dsp:txXfrm>
        <a:off x="24559" y="3990112"/>
        <a:ext cx="4880357" cy="4539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C8D318-C99E-6840-8EBD-72EC34328F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0A992-190F-1E4F-8201-AC4C028438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C75D7-686B-7940-B0E1-A55F47FE21B9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77DCC-D0A0-E449-9D45-9678E8F96F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067FA-F62D-A44D-AF4A-536A1676D8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3F2D4-0DA2-5244-AC56-483104A4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95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5054A-9CDE-FC49-B1B0-49635C95CF5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274320" bIns="182880" rtlCol="0" anchor="b"/>
          <a:lstStyle>
            <a:lvl1pPr algn="r">
              <a:defRPr sz="900">
                <a:latin typeface="IBM Plex Sans" panose="020B0503050203000203" pitchFamily="34" charset="0"/>
              </a:defRPr>
            </a:lvl1pPr>
          </a:lstStyle>
          <a:p>
            <a:fld id="{2C5AF0EA-5C0D-7643-9C15-5DB493C5A9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E479D2A4-86D0-2743-AA78-9F8280E53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092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1pPr>
    <a:lvl2pPr marL="457200" algn="l" defTabSz="914400" rtl="0" eaLnBrk="1" latinLnBrk="0" hangingPunct="1">
      <a:defRPr sz="9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2pPr>
    <a:lvl3pPr marL="914400" algn="l" defTabSz="914400" rtl="0" eaLnBrk="1" latinLnBrk="0" hangingPunct="1">
      <a:defRPr sz="9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3pPr>
    <a:lvl4pPr marL="1371600" algn="l" defTabSz="914400" rtl="0" eaLnBrk="1" latinLnBrk="0" hangingPunct="1">
      <a:defRPr sz="9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4pPr>
    <a:lvl5pPr marL="1828800" algn="l" defTabSz="914400" rtl="0" eaLnBrk="1" latinLnBrk="0" hangingPunct="1">
      <a:defRPr sz="9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9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charset="0"/>
                <a:ea typeface="+mn-ea"/>
                <a:cs typeface="+mn-cs"/>
              </a:rPr>
              <a:pPr marL="0" marR="0" lvl="0" indent="0" algn="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551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9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charset="0"/>
                <a:ea typeface="+mn-ea"/>
                <a:cs typeface="+mn-cs"/>
              </a:rPr>
              <a:pPr marL="0" marR="0" lvl="0" indent="0" algn="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66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AF0EA-5C0D-7643-9C15-5DB493C5A9E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449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9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charset="0"/>
                <a:ea typeface="+mn-ea"/>
                <a:cs typeface="+mn-cs"/>
              </a:rPr>
              <a:pPr marL="0" marR="0" lvl="0" indent="0" algn="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9364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 indent="-635" algn="just">
              <a:lnSpc>
                <a:spcPct val="100000"/>
              </a:lnSpc>
              <a:spcBef>
                <a:spcPts val="600"/>
              </a:spcBef>
            </a:pPr>
            <a:endParaRPr lang="en-US" sz="1200" b="1" spc="-60" dirty="0">
              <a:latin typeface="IBM Plex Sans" panose="020B0503050203000203" pitchFamily="34" charset="77"/>
              <a:cs typeface="Arial Unicode M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CAD50-9786-8F49-9727-DEE3420C07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75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emf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8.emf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emf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8.emf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8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9.xml"/></Relationships>
</file>

<file path=ppt/slideLayouts/_rels/slideLayout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3.emf"/></Relationships>
</file>

<file path=ppt/slideLayouts/_rels/slideLayout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8.emf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9.xml"/></Relationships>
</file>

<file path=ppt/slideLayouts/_rels/slideLayout3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3913" y="5428437"/>
            <a:ext cx="1082297" cy="100894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1968"/>
            <a:ext cx="11582400" cy="5063067"/>
          </a:xfrm>
        </p:spPr>
        <p:txBody>
          <a:bodyPr/>
          <a:lstStyle>
            <a:lvl1pPr>
              <a:defRPr sz="8800"/>
            </a:lvl1pPr>
            <a:lvl2pPr marL="230712" marR="0" indent="-230712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9843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1975" y="733130"/>
            <a:ext cx="7410027" cy="6124871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301399"/>
            <a:ext cx="648227" cy="25603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AF3D5736-5671-CD4D-AF70-D40C8A5191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68481"/>
            <a:ext cx="5486401" cy="5075686"/>
          </a:xfrm>
        </p:spPr>
        <p:txBody>
          <a:bodyPr/>
          <a:lstStyle>
            <a:lvl1pPr>
              <a:lnSpc>
                <a:spcPct val="90000"/>
              </a:lnSpc>
              <a:defRPr sz="6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5A9A76-BDFA-3F4B-8E0C-01AC7DFA5E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295048"/>
            <a:ext cx="648227" cy="256035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B22F672-A0C0-2A45-9F6B-59856906E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327378"/>
            <a:ext cx="5486400" cy="405752"/>
          </a:xfrm>
        </p:spPr>
        <p:txBody>
          <a:bodyPr/>
          <a:lstStyle/>
          <a:p>
            <a:pPr lvl="0"/>
            <a:r>
              <a:rPr lang="en-US" dirty="0"/>
              <a:t>Course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04A98FC-2D40-9743-BFFA-62247A6C89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784011"/>
            <a:ext cx="5486400" cy="333589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Lecture #</a:t>
            </a:r>
          </a:p>
        </p:txBody>
      </p:sp>
    </p:spTree>
    <p:extLst>
      <p:ext uri="{BB962C8B-B14F-4D97-AF65-F5344CB8AC3E}">
        <p14:creationId xmlns:p14="http://schemas.microsoft.com/office/powerpoint/2010/main" val="3411023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5449" y="5838081"/>
            <a:ext cx="755521" cy="70431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6151576"/>
            <a:ext cx="648227" cy="2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133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4800" y="6437376"/>
            <a:ext cx="8534400" cy="182880"/>
          </a:xfrm>
        </p:spPr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1680" y="5851428"/>
            <a:ext cx="755521" cy="70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26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13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70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72640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881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72640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4668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53569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5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60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786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11582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917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377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993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57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82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677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4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1704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771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2007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7918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1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17142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2">
              <a:lumMod val="5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1"/>
            <a:ext cx="6096000" cy="2815167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481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5192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67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626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tx2">
              <a:lumMod val="75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073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460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67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2367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476092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88017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02080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8644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274273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1278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396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83947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073B52-D3FD-EC4E-A24D-6D5FDB36B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570" y="2743200"/>
            <a:ext cx="5907126" cy="735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AB79F-8253-084D-89CC-D9AC7FB6A185}"/>
              </a:ext>
            </a:extLst>
          </p:cNvPr>
          <p:cNvSpPr txBox="1"/>
          <p:nvPr userDrawn="1"/>
        </p:nvSpPr>
        <p:spPr>
          <a:xfrm>
            <a:off x="3051512" y="3688397"/>
            <a:ext cx="2263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dirty="0">
                <a:solidFill>
                  <a:schemeClr val="bg2"/>
                </a:solidFill>
                <a:latin typeface="IBM Plex Sans Light" panose="020B0403050203000203" pitchFamily="34" charset="77"/>
              </a:rPr>
              <a:t>in collaboration with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36D782-F508-EC40-A0BC-539FC46A77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579" y="3667751"/>
            <a:ext cx="3639801" cy="38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29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3913" y="5428437"/>
            <a:ext cx="1082297" cy="100894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1968"/>
            <a:ext cx="11582400" cy="5063067"/>
          </a:xfrm>
        </p:spPr>
        <p:txBody>
          <a:bodyPr/>
          <a:lstStyle>
            <a:lvl1pPr>
              <a:defRPr sz="8800"/>
            </a:lvl1pPr>
            <a:lvl2pPr marL="230712" marR="0" indent="-230712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66312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04800" y="1168481"/>
            <a:ext cx="5486401" cy="5075686"/>
          </a:xfrm>
        </p:spPr>
        <p:txBody>
          <a:bodyPr/>
          <a:lstStyle>
            <a:lvl1pPr>
              <a:lnSpc>
                <a:spcPct val="90000"/>
              </a:lnSpc>
              <a:defRPr sz="6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1975" y="733130"/>
            <a:ext cx="7410027" cy="6124871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295048"/>
            <a:ext cx="648227" cy="25603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7B6E0-028A-EF41-8228-F002E41890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327378"/>
            <a:ext cx="5486400" cy="405752"/>
          </a:xfrm>
        </p:spPr>
        <p:txBody>
          <a:bodyPr/>
          <a:lstStyle/>
          <a:p>
            <a:pPr lvl="0"/>
            <a:r>
              <a:rPr lang="en-US" dirty="0"/>
              <a:t>Course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95953D-6524-0647-979F-D8A71EFFDE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784011"/>
            <a:ext cx="5486400" cy="333589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Lecture #</a:t>
            </a:r>
          </a:p>
        </p:txBody>
      </p:sp>
    </p:spTree>
    <p:extLst>
      <p:ext uri="{BB962C8B-B14F-4D97-AF65-F5344CB8AC3E}">
        <p14:creationId xmlns:p14="http://schemas.microsoft.com/office/powerpoint/2010/main" val="29923593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91" name="Picture 9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5449" y="5838081"/>
            <a:ext cx="755521" cy="704313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6151576"/>
            <a:ext cx="648227" cy="2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348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4800" y="6437376"/>
            <a:ext cx="8534400" cy="182880"/>
          </a:xfrm>
        </p:spPr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1680" y="5851428"/>
            <a:ext cx="755521" cy="70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379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6859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3708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73061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858483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53569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1630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4658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07955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6053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11582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473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187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0843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3646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810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8573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2551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1851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3528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50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062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1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06280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6096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2">
              <a:lumMod val="5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889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3048000" y="342900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841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864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1613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82880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tx2">
              <a:lumMod val="75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763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9465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06001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58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7807039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54615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2938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24895412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61839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95245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74211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570" y="2743200"/>
            <a:ext cx="5907126" cy="7358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1A72C6-352E-6649-B1E7-C35F23357561}"/>
              </a:ext>
            </a:extLst>
          </p:cNvPr>
          <p:cNvSpPr txBox="1"/>
          <p:nvPr userDrawn="1"/>
        </p:nvSpPr>
        <p:spPr>
          <a:xfrm>
            <a:off x="3051512" y="3688397"/>
            <a:ext cx="2263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dirty="0">
                <a:solidFill>
                  <a:schemeClr val="bg2"/>
                </a:solidFill>
                <a:latin typeface="IBM Plex Sans Light" panose="020B0403050203000203" pitchFamily="34" charset="77"/>
              </a:rPr>
              <a:t>in collaboration with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180990-3E1D-6349-A338-0B7527BDD5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579" y="3667751"/>
            <a:ext cx="3639801" cy="38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4790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7 Text only (big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74624" y="6303264"/>
            <a:ext cx="2412576" cy="268224"/>
          </a:xfrm>
          <a:prstGeom prst="rect">
            <a:avLst/>
          </a:prstGeom>
        </p:spPr>
        <p:txBody>
          <a:bodyPr/>
          <a:lstStyle/>
          <a:p>
            <a:fld id="{7BD0F09C-33D0-1F42-B8A9-5123C94105A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303264"/>
            <a:ext cx="280416" cy="268224"/>
          </a:xfrm>
          <a:prstGeom prst="rect">
            <a:avLst/>
          </a:prstGeom>
        </p:spPr>
        <p:txBody>
          <a:bodyPr/>
          <a:lstStyle/>
          <a:p>
            <a:fld id="{64604A4F-97BD-A740-8DC4-85FC3CD4149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2684" y="130811"/>
            <a:ext cx="11428729" cy="5791200"/>
          </a:xfrm>
        </p:spPr>
        <p:txBody>
          <a:bodyPr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390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06571F-6DEE-E047-9448-533BA43A3AA4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10549-118A-F24A-A343-B28098CEA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5628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8972F9-CF54-5642-9DAF-B4D1E9B639AF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8CA9-5438-F04B-AE34-4688E3EE8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6964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1968"/>
            <a:ext cx="11582400" cy="5063067"/>
          </a:xfrm>
        </p:spPr>
        <p:txBody>
          <a:bodyPr/>
          <a:lstStyle>
            <a:lvl1pPr>
              <a:defRPr sz="8800"/>
            </a:lvl1pPr>
            <a:lvl2pPr marL="230712" marR="0" indent="-230712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3913" y="5427584"/>
            <a:ext cx="1083212" cy="100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35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1" y="6301401"/>
            <a:ext cx="638351" cy="2560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1977" y="733130"/>
            <a:ext cx="7404599" cy="6124871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2E65BA6C-C226-8B4C-B5D2-D2DA07321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68481"/>
            <a:ext cx="5486401" cy="5075686"/>
          </a:xfrm>
        </p:spPr>
        <p:txBody>
          <a:bodyPr/>
          <a:lstStyle>
            <a:lvl1pPr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5479E-0D1D-7E4E-B254-4B8804E6D8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295048"/>
            <a:ext cx="648227" cy="256035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E41B654-47A8-2C4E-87F2-2114D8AAC6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327378"/>
            <a:ext cx="5486400" cy="40575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Course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F78CE5B-0456-0F45-BA1A-B7A3E54609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784011"/>
            <a:ext cx="5486400" cy="33358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Lecture #</a:t>
            </a:r>
          </a:p>
        </p:txBody>
      </p:sp>
    </p:spTree>
    <p:extLst>
      <p:ext uri="{BB962C8B-B14F-4D97-AF65-F5344CB8AC3E}">
        <p14:creationId xmlns:p14="http://schemas.microsoft.com/office/powerpoint/2010/main" val="253324605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749" y="6273801"/>
            <a:ext cx="695452" cy="2819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8651" y="5848604"/>
            <a:ext cx="758549" cy="70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0652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9144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548640"/>
            <a:ext cx="10714299" cy="576728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E36FFD21-56EE-DB41-BA02-630BD7250771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1. NLP Overview</a:t>
            </a:r>
          </a:p>
        </p:txBody>
      </p:sp>
    </p:spTree>
    <p:extLst>
      <p:ext uri="{BB962C8B-B14F-4D97-AF65-F5344CB8AC3E}">
        <p14:creationId xmlns:p14="http://schemas.microsoft.com/office/powerpoint/2010/main" val="64688509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548640"/>
            <a:ext cx="10714299" cy="576728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E36FFD21-56EE-DB41-BA02-630BD7250771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2. NLP Explained</a:t>
            </a:r>
          </a:p>
        </p:txBody>
      </p:sp>
    </p:spTree>
    <p:extLst>
      <p:ext uri="{BB962C8B-B14F-4D97-AF65-F5344CB8AC3E}">
        <p14:creationId xmlns:p14="http://schemas.microsoft.com/office/powerpoint/2010/main" val="397113720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548640"/>
            <a:ext cx="10714299" cy="576728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E36FFD21-56EE-DB41-BA02-630BD7250771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3. Virtual Agents Overview</a:t>
            </a:r>
          </a:p>
        </p:txBody>
      </p:sp>
    </p:spTree>
    <p:extLst>
      <p:ext uri="{BB962C8B-B14F-4D97-AF65-F5344CB8AC3E}">
        <p14:creationId xmlns:p14="http://schemas.microsoft.com/office/powerpoint/2010/main" val="91795817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548640"/>
            <a:ext cx="10714299" cy="576728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E36FFD21-56EE-DB41-BA02-630BD7250771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4. Virtual Agents for the Enterprise</a:t>
            </a:r>
          </a:p>
        </p:txBody>
      </p:sp>
    </p:spTree>
    <p:extLst>
      <p:ext uri="{BB962C8B-B14F-4D97-AF65-F5344CB8AC3E}">
        <p14:creationId xmlns:p14="http://schemas.microsoft.com/office/powerpoint/2010/main" val="363345549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44787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11582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68935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767644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8659679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53569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09409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19079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732846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89383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10481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4871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45728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233381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2010605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99241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07681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0950495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4286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8203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56033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404134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6096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2">
              <a:lumMod val="5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16320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93004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57211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7847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82880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tx2">
              <a:lumMod val="75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0808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4199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9205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0950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8690990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54615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05430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96375888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9208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623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970644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BEFBFA-16EE-C14A-B982-E2B1CA0AAA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570" y="2743200"/>
            <a:ext cx="5907126" cy="735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F06AF2-51FB-A945-98CD-3505F7B58D9C}"/>
              </a:ext>
            </a:extLst>
          </p:cNvPr>
          <p:cNvSpPr txBox="1"/>
          <p:nvPr userDrawn="1"/>
        </p:nvSpPr>
        <p:spPr>
          <a:xfrm>
            <a:off x="3051512" y="3688397"/>
            <a:ext cx="2263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dirty="0">
                <a:solidFill>
                  <a:schemeClr val="tx1"/>
                </a:solidFill>
                <a:latin typeface="IBM Plex Sans Light" panose="020B0403050203000203" pitchFamily="34" charset="77"/>
              </a:rPr>
              <a:t>in collaboration with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B7EAA4-50E4-F448-BAF6-4A94EBB1E7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4899" y="3702252"/>
            <a:ext cx="3660517" cy="36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1467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533297-F264-BE4F-A4B0-7E9F8C169A4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23F4-11D3-EA4E-B76B-7C961085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476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© </a:t>
            </a:r>
            <a:r>
              <a:rPr lang="is-IS"/>
              <a:t>2017</a:t>
            </a:r>
            <a:r>
              <a:rPr lang="en-US"/>
              <a:t> International Business Machines Corporation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324600"/>
            <a:ext cx="2844800" cy="24553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72E8737-4056-744B-B581-C04E650671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8504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© </a:t>
            </a:r>
            <a:r>
              <a:rPr lang="is-IS"/>
              <a:t>2017</a:t>
            </a:r>
            <a:r>
              <a:rPr lang="en-US"/>
              <a:t> International Business Machines Corporation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324600"/>
            <a:ext cx="2844800" cy="24553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35C76D7-EA9B-FE41-AD18-75EBFB4F2BC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5327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749" y="6254327"/>
            <a:ext cx="695452" cy="28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0060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1885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4180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692136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056506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21920"/>
            <a:ext cx="11704229" cy="5872480"/>
          </a:xfrm>
        </p:spPr>
        <p:txBody>
          <a:bodyPr/>
          <a:lstStyle>
            <a:lvl1pPr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13774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7416712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03846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895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86644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233283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204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56673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1538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ligh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885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6422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07837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78222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7817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3197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69335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3197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7861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solidFill>
            <a:schemeClr val="tx1"/>
          </a:solidFill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BA5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9"/>
          </p:nvPr>
        </p:nvSpPr>
        <p:spPr>
          <a:xfrm>
            <a:off x="3048001" y="3426883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3048000" cy="3431116"/>
          </a:xfrm>
          <a:solidFill>
            <a:srgbClr val="031973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9084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8804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0" y="3441701"/>
            <a:ext cx="3048000" cy="3416300"/>
          </a:xfrm>
          <a:solidFill>
            <a:schemeClr val="bg1"/>
          </a:solidFill>
        </p:spPr>
        <p:txBody>
          <a:bodyPr lIns="228600" tIns="228600" rIns="228600" bIns="2286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425952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05555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31973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BA5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8942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953827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4023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432883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033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40608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56422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12144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19217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4311904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5228788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2727537"/>
            <a:ext cx="1722792" cy="7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3931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1968"/>
            <a:ext cx="11582400" cy="5063067"/>
          </a:xfrm>
        </p:spPr>
        <p:txBody>
          <a:bodyPr/>
          <a:lstStyle>
            <a:lvl1pPr>
              <a:defRPr sz="8800"/>
            </a:lvl1pPr>
            <a:lvl2pPr marL="230712" marR="0" indent="-230712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3913" y="5427584"/>
            <a:ext cx="1083212" cy="100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4180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1" y="6301401"/>
            <a:ext cx="638351" cy="2560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1977" y="733130"/>
            <a:ext cx="7404599" cy="6124871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2E65BA6C-C226-8B4C-B5D2-D2DA07321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68481"/>
            <a:ext cx="5486401" cy="5075686"/>
          </a:xfrm>
        </p:spPr>
        <p:txBody>
          <a:bodyPr/>
          <a:lstStyle>
            <a:lvl1pPr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5479E-0D1D-7E4E-B254-4B8804E6D8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295048"/>
            <a:ext cx="648227" cy="256035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E41B654-47A8-2C4E-87F2-2114D8AAC6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327378"/>
            <a:ext cx="5486400" cy="40575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Course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F78CE5B-0456-0F45-BA1A-B7A3E54609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784011"/>
            <a:ext cx="5486400" cy="33358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Lecture #</a:t>
            </a:r>
          </a:p>
        </p:txBody>
      </p:sp>
    </p:spTree>
    <p:extLst>
      <p:ext uri="{BB962C8B-B14F-4D97-AF65-F5344CB8AC3E}">
        <p14:creationId xmlns:p14="http://schemas.microsoft.com/office/powerpoint/2010/main" val="33160844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749" y="6273801"/>
            <a:ext cx="695452" cy="2819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8651" y="5848604"/>
            <a:ext cx="758549" cy="7071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151576"/>
            <a:ext cx="638351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1103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5"/>
            <a:ext cx="10586720" cy="564896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6087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48640"/>
            <a:ext cx="11277600" cy="768096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32369EA7-5FC8-4842-9B3A-5BF094C0D671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1. Artificial Intelligence Trends</a:t>
            </a:r>
          </a:p>
        </p:txBody>
      </p:sp>
    </p:spTree>
    <p:extLst>
      <p:ext uri="{BB962C8B-B14F-4D97-AF65-F5344CB8AC3E}">
        <p14:creationId xmlns:p14="http://schemas.microsoft.com/office/powerpoint/2010/main" val="1431929424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48640"/>
            <a:ext cx="11277600" cy="768096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32369EA7-5FC8-4842-9B3A-5BF094C0D671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2. NLP Explained</a:t>
            </a:r>
          </a:p>
        </p:txBody>
      </p:sp>
    </p:spTree>
    <p:extLst>
      <p:ext uri="{BB962C8B-B14F-4D97-AF65-F5344CB8AC3E}">
        <p14:creationId xmlns:p14="http://schemas.microsoft.com/office/powerpoint/2010/main" val="171844794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48640"/>
            <a:ext cx="11277600" cy="768096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32369EA7-5FC8-4842-9B3A-5BF094C0D671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3. </a:t>
            </a:r>
            <a:r>
              <a:rPr kumimoji="0" lang="en-US" sz="506" b="1" i="0" u="none" strike="noStrike" kern="0" cap="all" spc="215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AI predictions in the next 5 years</a:t>
            </a:r>
          </a:p>
        </p:txBody>
      </p:sp>
    </p:spTree>
    <p:extLst>
      <p:ext uri="{BB962C8B-B14F-4D97-AF65-F5344CB8AC3E}">
        <p14:creationId xmlns:p14="http://schemas.microsoft.com/office/powerpoint/2010/main" val="123060022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63153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11582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098000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097177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0938543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53569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56664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03871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357990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462759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88688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72355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5182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3853411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331187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19485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2634938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7871942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541888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33294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56033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8542040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6096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2">
              <a:lumMod val="5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30653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5551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303290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9206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82880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tx2">
              <a:lumMod val="75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97723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4028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048926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312895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21760073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54615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978244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4185558648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495165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982574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079196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BEFBFA-16EE-C14A-B982-E2B1CA0AAA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570" y="2743200"/>
            <a:ext cx="5907126" cy="735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F06AF2-51FB-A945-98CD-3505F7B58D9C}"/>
              </a:ext>
            </a:extLst>
          </p:cNvPr>
          <p:cNvSpPr txBox="1"/>
          <p:nvPr userDrawn="1"/>
        </p:nvSpPr>
        <p:spPr>
          <a:xfrm>
            <a:off x="3051512" y="3688397"/>
            <a:ext cx="2263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dirty="0">
                <a:solidFill>
                  <a:schemeClr val="tx1"/>
                </a:solidFill>
                <a:latin typeface="IBM Plex Sans Light" panose="020B0403050203000203" pitchFamily="34" charset="77"/>
              </a:rPr>
              <a:t>in collaboration with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B7EAA4-50E4-F448-BAF6-4A94EBB1E7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4899" y="3702252"/>
            <a:ext cx="3660517" cy="36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2585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533297-F264-BE4F-A4B0-7E9F8C169A4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757A23F4-11D3-EA4E-B76B-7C961085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37557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91" name="Picture 9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5449" y="5838081"/>
            <a:ext cx="755521" cy="704313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6151576"/>
            <a:ext cx="648227" cy="2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37158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44286"/>
            <a:ext cx="10591800" cy="620485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57610A74-5AFF-8B41-B85C-E718674E554D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4. Where Is It Used?</a:t>
            </a:r>
          </a:p>
        </p:txBody>
      </p:sp>
    </p:spTree>
    <p:extLst>
      <p:ext uri="{BB962C8B-B14F-4D97-AF65-F5344CB8AC3E}">
        <p14:creationId xmlns:p14="http://schemas.microsoft.com/office/powerpoint/2010/main" val="3350963743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1968"/>
            <a:ext cx="11582400" cy="5063067"/>
          </a:xfrm>
        </p:spPr>
        <p:txBody>
          <a:bodyPr/>
          <a:lstStyle>
            <a:lvl1pPr>
              <a:defRPr sz="8800"/>
            </a:lvl1pPr>
            <a:lvl2pPr marL="230712" marR="0" indent="-230712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3913" y="5427584"/>
            <a:ext cx="1083212" cy="100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604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1" y="6301401"/>
            <a:ext cx="638351" cy="2560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1977" y="733130"/>
            <a:ext cx="7404599" cy="6124871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2E65BA6C-C226-8B4C-B5D2-D2DA07321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68481"/>
            <a:ext cx="5486401" cy="5075686"/>
          </a:xfrm>
        </p:spPr>
        <p:txBody>
          <a:bodyPr/>
          <a:lstStyle>
            <a:lvl1pPr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5479E-0D1D-7E4E-B254-4B8804E6D8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295048"/>
            <a:ext cx="648227" cy="256035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E41B654-47A8-2C4E-87F2-2114D8AAC6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327378"/>
            <a:ext cx="5486400" cy="40575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Course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F78CE5B-0456-0F45-BA1A-B7A3E54609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784011"/>
            <a:ext cx="5486400" cy="33358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Lecture #</a:t>
            </a:r>
          </a:p>
        </p:txBody>
      </p:sp>
    </p:spTree>
    <p:extLst>
      <p:ext uri="{BB962C8B-B14F-4D97-AF65-F5344CB8AC3E}">
        <p14:creationId xmlns:p14="http://schemas.microsoft.com/office/powerpoint/2010/main" val="375737485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749" y="6273801"/>
            <a:ext cx="695452" cy="2819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8651" y="5848604"/>
            <a:ext cx="758549" cy="7071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151576"/>
            <a:ext cx="638351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86955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19492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457200"/>
            <a:ext cx="10765971" cy="662505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8148C81F-4981-3A4C-95AA-01DCADA92E37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1. Machine Learning Explained</a:t>
            </a:r>
          </a:p>
        </p:txBody>
      </p:sp>
    </p:spTree>
    <p:extLst>
      <p:ext uri="{BB962C8B-B14F-4D97-AF65-F5344CB8AC3E}">
        <p14:creationId xmlns:p14="http://schemas.microsoft.com/office/powerpoint/2010/main" val="2265145468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457200"/>
            <a:ext cx="10765971" cy="662505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8148C81F-4981-3A4C-95AA-01DCADA92E37}"/>
              </a:ext>
            </a:extLst>
          </p:cNvPr>
          <p:cNvSpPr/>
          <p:nvPr userDrawn="1"/>
        </p:nvSpPr>
        <p:spPr>
          <a:xfrm>
            <a:off x="304800" y="121657"/>
            <a:ext cx="4305300" cy="99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2. Decision tree classifier</a:t>
            </a:r>
          </a:p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6" b="1" i="0" u="none" strike="noStrike" kern="0" cap="all" spc="21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393551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457200"/>
            <a:ext cx="10765971" cy="662505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8148C81F-4981-3A4C-95AA-01DCADA92E37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3. Where and when is ML used</a:t>
            </a:r>
          </a:p>
        </p:txBody>
      </p:sp>
    </p:spTree>
    <p:extLst>
      <p:ext uri="{BB962C8B-B14F-4D97-AF65-F5344CB8AC3E}">
        <p14:creationId xmlns:p14="http://schemas.microsoft.com/office/powerpoint/2010/main" val="3211293381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457200"/>
            <a:ext cx="10765971" cy="662505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8148C81F-4981-3A4C-95AA-01DCADA92E37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4. Deep learning ecosystem</a:t>
            </a:r>
          </a:p>
        </p:txBody>
      </p:sp>
    </p:spTree>
    <p:extLst>
      <p:ext uri="{BB962C8B-B14F-4D97-AF65-F5344CB8AC3E}">
        <p14:creationId xmlns:p14="http://schemas.microsoft.com/office/powerpoint/2010/main" val="57406519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457200"/>
            <a:ext cx="10765971" cy="662505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8148C81F-4981-3A4C-95AA-01DCADA92E37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5. Fabric for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894216979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87088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11582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634582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6007287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1355519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53569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71331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527860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8295987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272747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52794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71976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68870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47790403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8845584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1725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9615501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55243685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40929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51042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56033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8118505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6096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2">
              <a:lumMod val="5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02360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9757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380082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9547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82880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tx2">
              <a:lumMod val="75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96243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691129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920880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893035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4041060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54615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208224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403727219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77278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379050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2018 IBM Corporation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8751954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BEFBFA-16EE-C14A-B982-E2B1CA0AAA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570" y="2743200"/>
            <a:ext cx="5907126" cy="735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F06AF2-51FB-A945-98CD-3505F7B58D9C}"/>
              </a:ext>
            </a:extLst>
          </p:cNvPr>
          <p:cNvSpPr txBox="1"/>
          <p:nvPr userDrawn="1"/>
        </p:nvSpPr>
        <p:spPr>
          <a:xfrm>
            <a:off x="3051512" y="3688397"/>
            <a:ext cx="2263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dirty="0">
                <a:solidFill>
                  <a:schemeClr val="tx1"/>
                </a:solidFill>
                <a:latin typeface="IBM Plex Sans Light" panose="020B0403050203000203" pitchFamily="34" charset="77"/>
              </a:rPr>
              <a:t>in collaboration with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B7EAA4-50E4-F448-BAF6-4A94EBB1E7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4899" y="3702252"/>
            <a:ext cx="3660517" cy="36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96321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533297-F264-BE4F-A4B0-7E9F8C169A41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757A23F4-11D3-EA4E-B76B-7C961085B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74481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© </a:t>
            </a:r>
            <a:r>
              <a:rPr lang="is-IS"/>
              <a:t>2017</a:t>
            </a:r>
            <a:r>
              <a:rPr lang="en-US"/>
              <a:t> International Business Machines Corporation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324600"/>
            <a:ext cx="2844800" cy="24553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72E8737-4056-744B-B581-C04E650671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1708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749" y="6254327"/>
            <a:ext cx="695452" cy="28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01513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35058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36881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0737029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>
            <a:lvl1pPr>
              <a:defRPr baseline="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92608"/>
            <a:ext cx="5510784" cy="1072896"/>
          </a:xfrm>
        </p:spPr>
        <p:txBody>
          <a:bodyPr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82880" y="1511808"/>
            <a:ext cx="5608320" cy="4482592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0561278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21920"/>
            <a:ext cx="11704229" cy="5872480"/>
          </a:xfrm>
        </p:spPr>
        <p:txBody>
          <a:bodyPr/>
          <a:lstStyle>
            <a:lvl1pPr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424205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7416712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048497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450106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01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68303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80416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4925929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388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436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35850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11186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9436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589645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ligh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885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388608" y="268224"/>
            <a:ext cx="5498592" cy="57261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12619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366235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509670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964459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3197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2018 / © 2018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5498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3540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0"/>
            <a:ext cx="3048000" cy="3429000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3429001"/>
          </a:xfrm>
          <a:solidFill>
            <a:srgbClr val="0530AD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0"/>
            <a:ext cx="3048000" cy="3429000"/>
          </a:xfrm>
          <a:solidFill>
            <a:srgbClr val="03197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9"/>
          </p:nvPr>
        </p:nvSpPr>
        <p:spPr>
          <a:xfrm>
            <a:off x="6096000" y="3426883"/>
            <a:ext cx="6096000" cy="3431116"/>
          </a:xfrm>
          <a:solidFill>
            <a:srgbClr val="0530AD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6096000" cy="3431116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862260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7"/>
          </p:nvPr>
        </p:nvSpPr>
        <p:spPr>
          <a:xfrm>
            <a:off x="6096000" y="3426883"/>
            <a:ext cx="3048000" cy="3431117"/>
          </a:xfrm>
          <a:solidFill>
            <a:schemeClr val="accent2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3425951"/>
          </a:xfrm>
          <a:solidFill>
            <a:schemeClr val="tx1"/>
          </a:solidFill>
        </p:spPr>
        <p:txBody>
          <a:bodyPr lIns="182880" tIns="164592" rIns="228600" bIns="228600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8"/>
          </p:nvPr>
        </p:nvSpPr>
        <p:spPr>
          <a:xfrm>
            <a:off x="9144000" y="3426883"/>
            <a:ext cx="3048000" cy="3431117"/>
          </a:xfrm>
          <a:solidFill>
            <a:srgbClr val="6BA5FF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9"/>
          </p:nvPr>
        </p:nvSpPr>
        <p:spPr>
          <a:xfrm>
            <a:off x="3048001" y="3426883"/>
            <a:ext cx="3048000" cy="3431116"/>
          </a:xfrm>
          <a:solidFill>
            <a:srgbClr val="054ADA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20"/>
          </p:nvPr>
        </p:nvSpPr>
        <p:spPr>
          <a:xfrm>
            <a:off x="0" y="3426883"/>
            <a:ext cx="3048000" cy="3431116"/>
          </a:xfrm>
          <a:solidFill>
            <a:srgbClr val="031973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315713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701800"/>
            <a:ext cx="12192000" cy="51562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01800"/>
          </a:xfrm>
          <a:solidFill>
            <a:schemeClr val="tx1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Group Name / DOC ID / Month XX, 2018 / © 2018 IBM Corporation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652175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64096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0" y="3441701"/>
            <a:ext cx="3048000" cy="3416300"/>
          </a:xfrm>
          <a:solidFill>
            <a:schemeClr val="bg1"/>
          </a:solidFill>
        </p:spPr>
        <p:txBody>
          <a:bodyPr lIns="228600" tIns="228600" rIns="228600" bIns="2286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-3" y="3429000"/>
            <a:ext cx="3425952" cy="3429000"/>
          </a:xfrm>
          <a:solidFill>
            <a:schemeClr val="tx1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333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333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333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47356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0" y="0"/>
            <a:ext cx="3048000" cy="6864096"/>
          </a:xfrm>
          <a:solidFill>
            <a:srgbClr val="031973"/>
          </a:solidFill>
        </p:spPr>
        <p:txBody>
          <a:bodyPr lIns="219456" tIns="201168" rIns="228600" bIns="228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3048000" y="0"/>
            <a:ext cx="3048000" cy="6864096"/>
          </a:xfrm>
          <a:solidFill>
            <a:srgbClr val="054ADA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6096000" y="0"/>
            <a:ext cx="3048000" cy="6864096"/>
          </a:xfrm>
          <a:solidFill>
            <a:schemeClr val="accent2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6864096"/>
          </a:xfrm>
          <a:solidFill>
            <a:srgbClr val="6BA5FF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54215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1658112"/>
            <a:ext cx="8534400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2192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073406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 lIns="91440" tIns="91440" rIns="91440" bIns="91440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5265136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340608" y="1658112"/>
            <a:ext cx="2450592" cy="433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364224" y="1621536"/>
            <a:ext cx="5522976" cy="4372864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862037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92608" y="268224"/>
            <a:ext cx="2450592" cy="5726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40608" y="268224"/>
            <a:ext cx="8546501" cy="5726176"/>
          </a:xfrm>
        </p:spPr>
        <p:txBody>
          <a:bodyPr lIns="0" tIns="0" rIns="91440" bIns="91440"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011035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26043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711076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1072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92608" y="1682496"/>
            <a:ext cx="5498592" cy="4311904"/>
          </a:xfrm>
        </p:spPr>
        <p:txBody>
          <a:bodyPr/>
          <a:lstStyle>
            <a:lvl1pPr>
              <a:spcBef>
                <a:spcPts val="0"/>
              </a:spcBef>
              <a:defRPr sz="1333"/>
            </a:lvl1pPr>
            <a:lvl2pPr marL="0" indent="0">
              <a:spcBef>
                <a:spcPts val="0"/>
              </a:spcBef>
              <a:buNone/>
              <a:defRPr/>
            </a:lvl2pPr>
            <a:lvl3pPr marL="268809" indent="0">
              <a:buNone/>
              <a:defRPr/>
            </a:lvl3pPr>
            <a:lvl4pPr marL="579952" indent="0">
              <a:buNone/>
              <a:defRPr/>
            </a:lvl4pPr>
            <a:lvl5pPr marL="84241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9145948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Name / DOC ID / Month XX, 2018 / © 2018 IBM Corporation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4604" y="3078270"/>
            <a:ext cx="1722792" cy="70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22026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X-Divider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17500" y="6372939"/>
            <a:ext cx="254000" cy="249712"/>
          </a:xfrm>
          <a:prstGeom prst="rect">
            <a:avLst/>
          </a:prstGeom>
        </p:spPr>
        <p:txBody>
          <a:bodyPr wrap="square" lIns="121917" tIns="121917" rIns="121917" bIns="121917"/>
          <a:lstStyle>
            <a:lvl1pPr defTabSz="623360">
              <a:lnSpc>
                <a:spcPts val="1000"/>
              </a:lnSpc>
              <a:spcBef>
                <a:spcPts val="500"/>
              </a:spcBef>
              <a:defRPr sz="751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6" name="Shape 3"/>
          <p:cNvSpPr txBox="1"/>
          <p:nvPr/>
        </p:nvSpPr>
        <p:spPr>
          <a:xfrm>
            <a:off x="825501" y="6432989"/>
            <a:ext cx="2857500" cy="12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>
              <a:lnSpc>
                <a:spcPts val="2000"/>
              </a:lnSpc>
              <a:spcBef>
                <a:spcPts val="1000"/>
              </a:spcBef>
              <a:defRPr sz="1500">
                <a:solidFill>
                  <a:srgbClr val="000000"/>
                </a:solidFill>
              </a:defRPr>
            </a:lvl1pPr>
          </a:lstStyle>
          <a:p>
            <a:r>
              <a:rPr sz="751"/>
              <a:t>IBM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37383902"/>
      </p:ext>
    </p:extLst>
  </p:cSld>
  <p:clrMapOvr>
    <a:masterClrMapping/>
  </p:clrMapOvr>
  <p:transition spd="med"/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3913" y="5428437"/>
            <a:ext cx="1082297" cy="100894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1968"/>
            <a:ext cx="11582400" cy="5063067"/>
          </a:xfrm>
        </p:spPr>
        <p:txBody>
          <a:bodyPr/>
          <a:lstStyle>
            <a:lvl1pPr>
              <a:defRPr sz="8800"/>
            </a:lvl1pPr>
            <a:lvl2pPr marL="230712" marR="0" indent="-230712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135337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1975" y="733130"/>
            <a:ext cx="7410027" cy="6124871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301399"/>
            <a:ext cx="648227" cy="25603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AF3D5736-5671-CD4D-AF70-D40C8A5191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68481"/>
            <a:ext cx="5486401" cy="5075686"/>
          </a:xfrm>
        </p:spPr>
        <p:txBody>
          <a:bodyPr/>
          <a:lstStyle>
            <a:lvl1pPr>
              <a:lnSpc>
                <a:spcPct val="90000"/>
              </a:lnSpc>
              <a:defRPr sz="60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5A9A76-BDFA-3F4B-8E0C-01AC7DFA5E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295048"/>
            <a:ext cx="648227" cy="256035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B22F672-A0C0-2A45-9F6B-59856906E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327378"/>
            <a:ext cx="5486400" cy="405752"/>
          </a:xfrm>
        </p:spPr>
        <p:txBody>
          <a:bodyPr/>
          <a:lstStyle/>
          <a:p>
            <a:pPr lvl="0"/>
            <a:r>
              <a:rPr lang="en-US" dirty="0"/>
              <a:t>Course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04A98FC-2D40-9743-BFFA-62247A6C89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784011"/>
            <a:ext cx="5486400" cy="333589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Lecture #</a:t>
            </a:r>
          </a:p>
        </p:txBody>
      </p:sp>
    </p:spTree>
    <p:extLst>
      <p:ext uri="{BB962C8B-B14F-4D97-AF65-F5344CB8AC3E}">
        <p14:creationId xmlns:p14="http://schemas.microsoft.com/office/powerpoint/2010/main" val="1159918827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5449" y="5838081"/>
            <a:ext cx="755521" cy="70431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6151576"/>
            <a:ext cx="648227" cy="2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20087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4800" y="6437376"/>
            <a:ext cx="8534400" cy="182880"/>
          </a:xfrm>
        </p:spPr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1680" y="5851428"/>
            <a:ext cx="755521" cy="70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01463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865365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77046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72640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276782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72640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0822250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53569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247976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059600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9957407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11582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13101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422892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603851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807238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467654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023815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393234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8704351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19275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953842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292172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43841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8903110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2">
              <a:lumMod val="5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1"/>
            <a:ext cx="6096000" cy="2815167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838940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371962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25848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5837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tx2">
              <a:lumMod val="75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16900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355047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237931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334525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09837682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88017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02080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904901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941478503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51804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912484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8024821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073B52-D3FD-EC4E-A24D-6D5FDB36B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570" y="2743200"/>
            <a:ext cx="5907126" cy="735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AB79F-8253-084D-89CC-D9AC7FB6A185}"/>
              </a:ext>
            </a:extLst>
          </p:cNvPr>
          <p:cNvSpPr txBox="1"/>
          <p:nvPr userDrawn="1"/>
        </p:nvSpPr>
        <p:spPr>
          <a:xfrm>
            <a:off x="3051512" y="3688397"/>
            <a:ext cx="2263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dirty="0">
                <a:solidFill>
                  <a:schemeClr val="bg2"/>
                </a:solidFill>
                <a:latin typeface="IBM Plex Sans Light" panose="020B0403050203000203" pitchFamily="34" charset="77"/>
              </a:rPr>
              <a:t>in collaboration with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36D782-F508-EC40-A0BC-539FC46A77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579" y="3667751"/>
            <a:ext cx="3639801" cy="38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63508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1968"/>
            <a:ext cx="11582400" cy="5063067"/>
          </a:xfrm>
        </p:spPr>
        <p:txBody>
          <a:bodyPr/>
          <a:lstStyle>
            <a:lvl1pPr>
              <a:defRPr sz="8800"/>
            </a:lvl1pPr>
            <a:lvl2pPr marL="230712" marR="0" indent="-230712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3913" y="5427584"/>
            <a:ext cx="1083212" cy="100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30247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1" y="6301401"/>
            <a:ext cx="638351" cy="2560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1977" y="733130"/>
            <a:ext cx="7404599" cy="6124871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2E65BA6C-C226-8B4C-B5D2-D2DA07321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68481"/>
            <a:ext cx="5486401" cy="5075686"/>
          </a:xfrm>
        </p:spPr>
        <p:txBody>
          <a:bodyPr/>
          <a:lstStyle>
            <a:lvl1pPr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F5479E-0D1D-7E4E-B254-4B8804E6D8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295048"/>
            <a:ext cx="648227" cy="256035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E41B654-47A8-2C4E-87F2-2114D8AAC6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327378"/>
            <a:ext cx="5486400" cy="40575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Course 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F78CE5B-0456-0F45-BA1A-B7A3E54609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784011"/>
            <a:ext cx="5486400" cy="33358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Lecture #</a:t>
            </a:r>
          </a:p>
        </p:txBody>
      </p:sp>
    </p:spTree>
    <p:extLst>
      <p:ext uri="{BB962C8B-B14F-4D97-AF65-F5344CB8AC3E}">
        <p14:creationId xmlns:p14="http://schemas.microsoft.com/office/powerpoint/2010/main" val="3618151232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271708"/>
            <a:ext cx="5486401" cy="5972459"/>
          </a:xfrm>
        </p:spPr>
        <p:txBody>
          <a:bodyPr/>
          <a:lstStyle>
            <a:lvl1pPr>
              <a:lnSpc>
                <a:spcPct val="90000"/>
              </a:lnSpc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749" y="6273801"/>
            <a:ext cx="695452" cy="2819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8651" y="5848604"/>
            <a:ext cx="758549" cy="7071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799" y="6151576"/>
            <a:ext cx="638351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14961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991669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66206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15607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57610A74-5AFF-8B41-B85C-E718674E554D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1. AI impact in the world today</a:t>
            </a:r>
          </a:p>
        </p:txBody>
      </p:sp>
    </p:spTree>
    <p:extLst>
      <p:ext uri="{BB962C8B-B14F-4D97-AF65-F5344CB8AC3E}">
        <p14:creationId xmlns:p14="http://schemas.microsoft.com/office/powerpoint/2010/main" val="3567237156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548640"/>
            <a:ext cx="10417629" cy="616131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57610A74-5AFF-8B41-B85C-E718674E554D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4. AI Technologies</a:t>
            </a:r>
          </a:p>
        </p:txBody>
      </p:sp>
    </p:spTree>
    <p:extLst>
      <p:ext uri="{BB962C8B-B14F-4D97-AF65-F5344CB8AC3E}">
        <p14:creationId xmlns:p14="http://schemas.microsoft.com/office/powerpoint/2010/main" val="1373304330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44286"/>
            <a:ext cx="5486400" cy="5715607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57610A74-5AFF-8B41-B85C-E718674E554D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2. History and Evolution of Artificial Intelligence?</a:t>
            </a:r>
          </a:p>
        </p:txBody>
      </p:sp>
    </p:spTree>
    <p:extLst>
      <p:ext uri="{BB962C8B-B14F-4D97-AF65-F5344CB8AC3E}">
        <p14:creationId xmlns:p14="http://schemas.microsoft.com/office/powerpoint/2010/main" val="3304702656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44286"/>
            <a:ext cx="5486400" cy="5715607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57610A74-5AFF-8B41-B85C-E718674E554D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5. Summary &amp; Resources</a:t>
            </a:r>
          </a:p>
        </p:txBody>
      </p:sp>
    </p:spTree>
    <p:extLst>
      <p:ext uri="{BB962C8B-B14F-4D97-AF65-F5344CB8AC3E}">
        <p14:creationId xmlns:p14="http://schemas.microsoft.com/office/powerpoint/2010/main" val="3227418961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799" y="544287"/>
            <a:ext cx="11146972" cy="6858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57610A74-5AFF-8B41-B85C-E718674E554D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3. AI Explained</a:t>
            </a:r>
          </a:p>
        </p:txBody>
      </p:sp>
    </p:spTree>
    <p:extLst>
      <p:ext uri="{BB962C8B-B14F-4D97-AF65-F5344CB8AC3E}">
        <p14:creationId xmlns:p14="http://schemas.microsoft.com/office/powerpoint/2010/main" val="3926678286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44286"/>
            <a:ext cx="10591800" cy="620485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57610A74-5AFF-8B41-B85C-E718674E554D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2. Cognition from Humans to Machines</a:t>
            </a:r>
          </a:p>
        </p:txBody>
      </p:sp>
    </p:spTree>
    <p:extLst>
      <p:ext uri="{BB962C8B-B14F-4D97-AF65-F5344CB8AC3E}">
        <p14:creationId xmlns:p14="http://schemas.microsoft.com/office/powerpoint/2010/main" val="2515911303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44286"/>
            <a:ext cx="10591800" cy="620485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IBM GARAGE">
            <a:extLst>
              <a:ext uri="{FF2B5EF4-FFF2-40B4-BE49-F238E27FC236}">
                <a16:creationId xmlns:a16="http://schemas.microsoft.com/office/drawing/2014/main" id="{57610A74-5AFF-8B41-B85C-E718674E554D}"/>
              </a:ext>
            </a:extLst>
          </p:cNvPr>
          <p:cNvSpPr/>
          <p:nvPr userDrawn="1"/>
        </p:nvSpPr>
        <p:spPr>
          <a:xfrm>
            <a:off x="304800" y="121657"/>
            <a:ext cx="4305300" cy="189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821531" rtl="0" eaLnBrk="1" fontAlgn="auto" latinLnBrk="0" hangingPunct="1">
              <a:lnSpc>
                <a:spcPts val="18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6" b="1" i="0" u="none" strike="noStrike" kern="0" cap="all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4. Where Is It Used?</a:t>
            </a:r>
          </a:p>
        </p:txBody>
      </p:sp>
    </p:spTree>
    <p:extLst>
      <p:ext uri="{BB962C8B-B14F-4D97-AF65-F5344CB8AC3E}">
        <p14:creationId xmlns:p14="http://schemas.microsoft.com/office/powerpoint/2010/main" val="1703068772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400800" y="14986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439449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11582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  <a:p>
            <a:pPr marL="0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Second level</a:t>
            </a:r>
          </a:p>
          <a:p>
            <a:pPr marL="0" marR="0" lvl="2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Third level</a:t>
            </a:r>
          </a:p>
          <a:p>
            <a:pPr marL="0" marR="0" lvl="3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Fourth level</a:t>
            </a:r>
          </a:p>
          <a:p>
            <a:pPr marL="0" marR="0" lvl="4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42108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9347163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0417"/>
            <a:ext cx="5486400" cy="1338409"/>
          </a:xfrm>
        </p:spPr>
        <p:txBody>
          <a:bodyPr/>
          <a:lstStyle>
            <a:lvl1pPr>
              <a:defRPr sz="21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2015407"/>
            <a:ext cx="5486400" cy="414528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128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61262917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53569"/>
            <a:ext cx="11582400" cy="5964767"/>
          </a:xfrm>
        </p:spPr>
        <p:txBody>
          <a:bodyPr/>
          <a:lstStyle>
            <a:lvl1pPr>
              <a:lnSpc>
                <a:spcPct val="90000"/>
              </a:lnSpc>
              <a:defRPr sz="12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17466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6916616" cy="6027740"/>
          </a:xfrm>
        </p:spPr>
        <p:txBody>
          <a:bodyPr/>
          <a:lstStyle>
            <a:lvl1pPr marL="156629" indent="-156629"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015939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57707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658368"/>
            <a:ext cx="5486400" cy="5599640"/>
          </a:xfrm>
        </p:spPr>
        <p:txBody>
          <a:bodyPr/>
          <a:lstStyle>
            <a:lvl1pPr>
              <a:spcBef>
                <a:spcPts val="1467"/>
              </a:spcBef>
              <a:spcAft>
                <a:spcPts val="0"/>
              </a:spcAft>
              <a:defRPr/>
            </a:lvl1pPr>
            <a:lvl2pPr>
              <a:spcBef>
                <a:spcPts val="1467"/>
              </a:spcBef>
              <a:defRPr/>
            </a:lvl2pPr>
            <a:lvl3pPr>
              <a:spcBef>
                <a:spcPts val="1467"/>
              </a:spcBef>
              <a:defRPr/>
            </a:lvl3pPr>
            <a:lvl4pPr>
              <a:spcBef>
                <a:spcPts val="1467"/>
              </a:spcBef>
              <a:defRPr/>
            </a:lvl4pPr>
            <a:lvl5pPr>
              <a:spcBef>
                <a:spcPts val="1467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7418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963618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279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304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400800" y="1499617"/>
            <a:ext cx="5486400" cy="4781127"/>
          </a:xfrm>
        </p:spPr>
        <p:txBody>
          <a:bodyPr/>
          <a:lstStyle>
            <a:lvl1pPr>
              <a:spcBef>
                <a:spcPts val="0"/>
              </a:spcBef>
              <a:defRPr sz="1867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50910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60"/>
            <a:ext cx="5486400" cy="4786208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61"/>
            <a:ext cx="5486400" cy="478620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534917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04800" y="1327358"/>
            <a:ext cx="5486400" cy="4916809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400800" y="1488865"/>
            <a:ext cx="5486400" cy="4755303"/>
          </a:xfrm>
        </p:spPr>
        <p:txBody>
          <a:bodyPr/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223579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8534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57959"/>
            <a:ext cx="2438400" cy="478620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57959"/>
            <a:ext cx="2438400" cy="478620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34307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8640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0"/>
            <a:ext cx="5486400" cy="4781127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64960415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853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39"/>
            <a:ext cx="2438400" cy="4781127"/>
          </a:xfrm>
        </p:spPr>
        <p:txBody>
          <a:bodyPr/>
          <a:lstStyle>
            <a:lvl1pPr>
              <a:spcBef>
                <a:spcPts val="1467"/>
              </a:spcBef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3352800" y="1463039"/>
            <a:ext cx="2438400" cy="4781127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9719027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9448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185690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text (dark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60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7696"/>
            <a:ext cx="5486400" cy="4754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400800" y="1499617"/>
            <a:ext cx="5486400" cy="46685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1467"/>
              </a:spcBef>
              <a:buFontTx/>
              <a:buNone/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68225"/>
            <a:ext cx="5486400" cy="400049"/>
          </a:xfrm>
        </p:spPr>
        <p:txBody>
          <a:bodyPr/>
          <a:lstStyle>
            <a:lvl1pPr>
              <a:defRPr sz="1467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8742079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92746980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87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89054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50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454278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304800" y="256033"/>
            <a:ext cx="5486400" cy="400049"/>
          </a:xfrm>
        </p:spPr>
        <p:txBody>
          <a:bodyPr/>
          <a:lstStyle>
            <a:lvl1pPr>
              <a:defRPr sz="2133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4800" y="1463041"/>
            <a:ext cx="5486400" cy="4651641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0268268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1" y="3429000"/>
            <a:ext cx="6096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6096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4000" y="0"/>
            <a:ext cx="3048000" cy="3429000"/>
          </a:xfrm>
          <a:solidFill>
            <a:schemeClr val="tx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096000" y="0"/>
            <a:ext cx="3048000" cy="3429000"/>
          </a:xfrm>
          <a:solidFill>
            <a:schemeClr val="tx2">
              <a:lumMod val="50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6095999" cy="3429001"/>
          </a:xfrm>
          <a:solidFill>
            <a:schemeClr val="accent2"/>
          </a:solidFill>
        </p:spPr>
        <p:txBody>
          <a:bodyPr lIns="228600" tIns="201168" rIns="228600" bIns="22860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321376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5"/>
          </p:nvPr>
        </p:nvSpPr>
        <p:spPr>
          <a:xfrm>
            <a:off x="9143997" y="3429000"/>
            <a:ext cx="3048000" cy="3429000"/>
          </a:xfrm>
          <a:solidFill>
            <a:schemeClr val="accent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3048000" y="3429000"/>
            <a:ext cx="3048000" cy="3429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6096002" y="3429000"/>
            <a:ext cx="3047996" cy="3429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0" y="3429000"/>
            <a:ext cx="3048000" cy="3429000"/>
          </a:xfrm>
          <a:solidFill>
            <a:schemeClr val="bg1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3429001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 sz="6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108966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-1" y="-1"/>
            <a:ext cx="12191999" cy="1720852"/>
          </a:xfrm>
          <a:solidFill>
            <a:schemeClr val="tx1"/>
          </a:solidFill>
        </p:spPr>
        <p:txBody>
          <a:bodyPr lIns="228600" tIns="201168" rIns="228600" bIns="22860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784372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3810000"/>
            <a:ext cx="3048000" cy="3048000"/>
          </a:xfrm>
          <a:solidFill>
            <a:schemeClr val="tx1"/>
          </a:solidFill>
        </p:spPr>
        <p:txBody>
          <a:bodyPr lIns="228600" tIns="155448" rIns="228600" bIns="228600"/>
          <a:lstStyle>
            <a:lvl1pPr>
              <a:defRPr>
                <a:solidFill>
                  <a:schemeClr val="bg2"/>
                </a:solidFill>
              </a:defRPr>
            </a:lvl1pPr>
            <a:lvl2pPr>
              <a:defRPr sz="1333">
                <a:solidFill>
                  <a:schemeClr val="bg2"/>
                </a:solidFill>
              </a:defRPr>
            </a:lvl2pPr>
            <a:lvl3pPr>
              <a:defRPr sz="1333">
                <a:solidFill>
                  <a:schemeClr val="bg2"/>
                </a:solidFill>
              </a:defRPr>
            </a:lvl3pPr>
            <a:lvl4pPr>
              <a:defRPr sz="1333">
                <a:solidFill>
                  <a:schemeClr val="bg2"/>
                </a:solidFill>
              </a:defRPr>
            </a:lvl4pPr>
            <a:lvl5pPr>
              <a:defRPr sz="1333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19202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0" y="-1"/>
            <a:ext cx="3048000" cy="6858000"/>
          </a:xfrm>
          <a:solidFill>
            <a:schemeClr val="tx1"/>
          </a:solidFill>
        </p:spPr>
        <p:txBody>
          <a:bodyPr lIns="228600" tIns="182880" rIns="228600" bIns="228600"/>
          <a:lstStyle>
            <a:lvl1pPr>
              <a:defRPr sz="2133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048000" y="0"/>
            <a:ext cx="3048000" cy="6858000"/>
          </a:xfrm>
          <a:solidFill>
            <a:schemeClr val="accent2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21"/>
          </p:nvPr>
        </p:nvSpPr>
        <p:spPr>
          <a:xfrm>
            <a:off x="6096000" y="0"/>
            <a:ext cx="3048000" cy="6858000"/>
          </a:xfrm>
          <a:solidFill>
            <a:schemeClr val="accent3"/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2"/>
          </p:nvPr>
        </p:nvSpPr>
        <p:spPr>
          <a:xfrm>
            <a:off x="9144000" y="0"/>
            <a:ext cx="3048000" cy="6858000"/>
          </a:xfrm>
          <a:solidFill>
            <a:schemeClr val="tx2">
              <a:lumMod val="75000"/>
            </a:schemeClr>
          </a:solidFill>
        </p:spPr>
        <p:txBody>
          <a:bodyPr lIns="228600" tIns="192024" rIns="228600" bIns="228600"/>
          <a:lstStyle>
            <a:lvl1pPr>
              <a:defRPr sz="1867">
                <a:solidFill>
                  <a:schemeClr val="bg2"/>
                </a:solidFill>
              </a:defRPr>
            </a:lvl1pPr>
            <a:lvl2pPr>
              <a:defRPr sz="1467">
                <a:solidFill>
                  <a:schemeClr val="bg2"/>
                </a:solidFill>
              </a:defRPr>
            </a:lvl2pPr>
            <a:lvl3pPr>
              <a:defRPr sz="1467">
                <a:solidFill>
                  <a:schemeClr val="bg2"/>
                </a:solidFill>
              </a:defRPr>
            </a:lvl3pPr>
            <a:lvl4pPr>
              <a:defRPr sz="1467">
                <a:solidFill>
                  <a:schemeClr val="bg2"/>
                </a:solidFill>
              </a:defRPr>
            </a:lvl4pPr>
            <a:lvl5pPr>
              <a:defRPr sz="14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13863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463041"/>
            <a:ext cx="2438400" cy="4668593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9948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52800" y="889000"/>
            <a:ext cx="8534400" cy="50990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415837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88651"/>
            <a:ext cx="2438400" cy="4605867"/>
          </a:xfrm>
        </p:spPr>
        <p:txBody>
          <a:bodyPr/>
          <a:lstStyle>
            <a:lvl1pPr>
              <a:defRPr sz="1867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68264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: title, text (2/4), content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60395241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93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04800" y="1463040"/>
            <a:ext cx="2438400" cy="4669536"/>
          </a:xfrm>
        </p:spPr>
        <p:txBody>
          <a:bodyPr/>
          <a:lstStyle>
            <a:lvl1pPr>
              <a:defRPr sz="2133"/>
            </a:lvl1pPr>
            <a:lvl2pPr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352800" y="1499616"/>
            <a:ext cx="2438400" cy="4608576"/>
          </a:xfrm>
        </p:spPr>
        <p:txBody>
          <a:bodyPr/>
          <a:lstStyle>
            <a:lvl1pPr>
              <a:defRPr sz="1867"/>
            </a:lvl1pPr>
            <a:lvl2pPr marL="0" indent="0">
              <a:buNone/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67189" y="1454615"/>
            <a:ext cx="5620011" cy="4608576"/>
          </a:xfrm>
        </p:spPr>
        <p:txBody>
          <a:bodyPr/>
          <a:lstStyle>
            <a:lvl1pPr marL="156629" indent="-156629">
              <a:tabLst/>
              <a:defRPr sz="3200"/>
            </a:lvl1pPr>
            <a:lvl2pPr marL="0" indent="0"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162436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256033"/>
            <a:ext cx="2438400" cy="5878660"/>
          </a:xfrm>
        </p:spPr>
        <p:txBody>
          <a:bodyPr/>
          <a:lstStyle>
            <a:lvl1pPr>
              <a:defRPr sz="2133"/>
            </a:lvl1pPr>
            <a:lvl2pPr marL="0" indent="0">
              <a:spcBef>
                <a:spcPts val="1467"/>
              </a:spcBef>
              <a:buFontTx/>
              <a:buNone/>
              <a:defRPr sz="1467"/>
            </a:lvl2pPr>
            <a:lvl3pPr>
              <a:defRPr sz="1467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3352800" y="300567"/>
            <a:ext cx="8534400" cy="6129867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852067747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53890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066309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11409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04800" y="1524000"/>
            <a:ext cx="5486400" cy="4779264"/>
          </a:xfrm>
        </p:spPr>
        <p:txBody>
          <a:bodyPr/>
          <a:lstStyle>
            <a:lvl1pPr marL="0" indent="0">
              <a:spcBef>
                <a:spcPts val="0"/>
              </a:spcBef>
              <a:tabLst>
                <a:tab pos="5253435" algn="dec"/>
              </a:tabLst>
              <a:defRPr sz="1467"/>
            </a:lvl1pPr>
            <a:lvl2pPr marL="230712" indent="-230712">
              <a:spcBef>
                <a:spcPts val="0"/>
              </a:spcBef>
              <a:tabLst/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>
                <a:tab pos="5364346" algn="r"/>
              </a:tabLst>
              <a:defRPr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1762567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bm sign-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BEFBFA-16EE-C14A-B982-E2B1CA0AAA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570" y="2743200"/>
            <a:ext cx="5907126" cy="735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F06AF2-51FB-A945-98CD-3505F7B58D9C}"/>
              </a:ext>
            </a:extLst>
          </p:cNvPr>
          <p:cNvSpPr txBox="1"/>
          <p:nvPr userDrawn="1"/>
        </p:nvSpPr>
        <p:spPr>
          <a:xfrm>
            <a:off x="3051512" y="3688397"/>
            <a:ext cx="2263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dirty="0">
                <a:solidFill>
                  <a:schemeClr val="tx1"/>
                </a:solidFill>
                <a:latin typeface="IBM Plex Sans Light" panose="020B0403050203000203" pitchFamily="34" charset="77"/>
              </a:rPr>
              <a:t>in collaboration with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B7EAA4-50E4-F448-BAF6-4A94EBB1E7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4899" y="3702252"/>
            <a:ext cx="3660517" cy="36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59707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3913" y="5428437"/>
            <a:ext cx="1082297" cy="100894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1968"/>
            <a:ext cx="11582400" cy="5063067"/>
          </a:xfrm>
        </p:spPr>
        <p:txBody>
          <a:bodyPr/>
          <a:lstStyle>
            <a:lvl1pPr>
              <a:defRPr sz="8800"/>
            </a:lvl1pPr>
            <a:lvl2pPr marL="230712" marR="0" indent="-230712" algn="l" defTabSz="609585" rtl="0" eaLnBrk="1" fontAlgn="auto" latinLnBrk="0" hangingPunct="1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lvl2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6840513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324600"/>
            <a:ext cx="2844800" cy="24553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DD74829-9EA1-1C4A-81EA-2CC44A9CE9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07027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 -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553287"/>
            <a:ext cx="10154024" cy="604341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BM GARAGE">
            <a:extLst>
              <a:ext uri="{FF2B5EF4-FFF2-40B4-BE49-F238E27FC236}">
                <a16:creationId xmlns:a16="http://schemas.microsoft.com/office/drawing/2014/main" id="{79BE4504-535F-3E46-A600-197E97FEE156}"/>
              </a:ext>
            </a:extLst>
          </p:cNvPr>
          <p:cNvSpPr/>
          <p:nvPr userDrawn="1"/>
        </p:nvSpPr>
        <p:spPr>
          <a:xfrm>
            <a:off x="299847" y="162209"/>
            <a:ext cx="5740400" cy="252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 anchorCtr="0">
            <a:spAutoFit/>
          </a:bodyPr>
          <a:lstStyle>
            <a:lvl1pPr defTabSz="821531">
              <a:lnSpc>
                <a:spcPts val="1800"/>
              </a:lnSpc>
              <a:spcBef>
                <a:spcPts val="4500"/>
              </a:spcBef>
              <a:defRPr b="1" cap="all" spc="215">
                <a:solidFill>
                  <a:srgbClr val="000000"/>
                </a:solidFill>
              </a:defRPr>
            </a:lvl1pPr>
          </a:lstStyle>
          <a:p>
            <a:pPr marL="0" marR="0" lvl="0" indent="0" algn="l" defTabSz="1095347" rtl="0" eaLnBrk="1" fontAlgn="auto" latinLnBrk="0" hangingPunct="1">
              <a:lnSpc>
                <a:spcPts val="2400"/>
              </a:lnSpc>
              <a:spcBef>
                <a:spcPts val="6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1" i="0" u="none" strike="noStrike" kern="0" cap="all" spc="28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</a:rPr>
              <a:t>1. What is the Internet of Things? </a:t>
            </a:r>
          </a:p>
        </p:txBody>
      </p:sp>
    </p:spTree>
    <p:extLst>
      <p:ext uri="{BB962C8B-B14F-4D97-AF65-F5344CB8AC3E}">
        <p14:creationId xmlns:p14="http://schemas.microsoft.com/office/powerpoint/2010/main" val="79252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9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72.xml"/><Relationship Id="rId42" Type="http://schemas.openxmlformats.org/officeDocument/2006/relationships/slideLayout" Target="../slideLayouts/slideLayout80.xml"/><Relationship Id="rId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41" Type="http://schemas.openxmlformats.org/officeDocument/2006/relationships/slideLayout" Target="../slideLayouts/slideLayout79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75.xml"/><Relationship Id="rId40" Type="http://schemas.openxmlformats.org/officeDocument/2006/relationships/slideLayout" Target="../slideLayouts/slideLayout78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35" Type="http://schemas.openxmlformats.org/officeDocument/2006/relationships/slideLayout" Target="../slideLayouts/slideLayout73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71.xml"/><Relationship Id="rId38" Type="http://schemas.openxmlformats.org/officeDocument/2006/relationships/slideLayout" Target="../slideLayouts/slideLayout7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3.xml"/><Relationship Id="rId18" Type="http://schemas.openxmlformats.org/officeDocument/2006/relationships/slideLayout" Target="../slideLayouts/slideLayout98.xml"/><Relationship Id="rId26" Type="http://schemas.openxmlformats.org/officeDocument/2006/relationships/slideLayout" Target="../slideLayouts/slideLayout106.xml"/><Relationship Id="rId39" Type="http://schemas.openxmlformats.org/officeDocument/2006/relationships/slideLayout" Target="../slideLayouts/slideLayout119.xml"/><Relationship Id="rId21" Type="http://schemas.openxmlformats.org/officeDocument/2006/relationships/slideLayout" Target="../slideLayouts/slideLayout101.xml"/><Relationship Id="rId34" Type="http://schemas.openxmlformats.org/officeDocument/2006/relationships/slideLayout" Target="../slideLayouts/slideLayout114.xml"/><Relationship Id="rId42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24" Type="http://schemas.openxmlformats.org/officeDocument/2006/relationships/slideLayout" Target="../slideLayouts/slideLayout104.xml"/><Relationship Id="rId32" Type="http://schemas.openxmlformats.org/officeDocument/2006/relationships/slideLayout" Target="../slideLayouts/slideLayout112.xml"/><Relationship Id="rId37" Type="http://schemas.openxmlformats.org/officeDocument/2006/relationships/slideLayout" Target="../slideLayouts/slideLayout117.xml"/><Relationship Id="rId40" Type="http://schemas.openxmlformats.org/officeDocument/2006/relationships/slideLayout" Target="../slideLayouts/slideLayout120.xml"/><Relationship Id="rId45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95.xml"/><Relationship Id="rId23" Type="http://schemas.openxmlformats.org/officeDocument/2006/relationships/slideLayout" Target="../slideLayouts/slideLayout103.xml"/><Relationship Id="rId28" Type="http://schemas.openxmlformats.org/officeDocument/2006/relationships/slideLayout" Target="../slideLayouts/slideLayout108.xml"/><Relationship Id="rId36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90.xml"/><Relationship Id="rId19" Type="http://schemas.openxmlformats.org/officeDocument/2006/relationships/slideLayout" Target="../slideLayouts/slideLayout99.xml"/><Relationship Id="rId31" Type="http://schemas.openxmlformats.org/officeDocument/2006/relationships/slideLayout" Target="../slideLayouts/slideLayout111.xml"/><Relationship Id="rId44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Relationship Id="rId22" Type="http://schemas.openxmlformats.org/officeDocument/2006/relationships/slideLayout" Target="../slideLayouts/slideLayout102.xml"/><Relationship Id="rId27" Type="http://schemas.openxmlformats.org/officeDocument/2006/relationships/slideLayout" Target="../slideLayouts/slideLayout107.xml"/><Relationship Id="rId30" Type="http://schemas.openxmlformats.org/officeDocument/2006/relationships/slideLayout" Target="../slideLayouts/slideLayout110.xml"/><Relationship Id="rId35" Type="http://schemas.openxmlformats.org/officeDocument/2006/relationships/slideLayout" Target="../slideLayouts/slideLayout115.xml"/><Relationship Id="rId43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97.xml"/><Relationship Id="rId25" Type="http://schemas.openxmlformats.org/officeDocument/2006/relationships/slideLayout" Target="../slideLayouts/slideLayout105.xml"/><Relationship Id="rId33" Type="http://schemas.openxmlformats.org/officeDocument/2006/relationships/slideLayout" Target="../slideLayouts/slideLayout113.xml"/><Relationship Id="rId38" Type="http://schemas.openxmlformats.org/officeDocument/2006/relationships/slideLayout" Target="../slideLayouts/slideLayout118.xml"/><Relationship Id="rId46" Type="http://schemas.openxmlformats.org/officeDocument/2006/relationships/theme" Target="../theme/theme3.xml"/><Relationship Id="rId20" Type="http://schemas.openxmlformats.org/officeDocument/2006/relationships/slideLayout" Target="../slideLayouts/slideLayout100.xml"/><Relationship Id="rId41" Type="http://schemas.openxmlformats.org/officeDocument/2006/relationships/slideLayout" Target="../slideLayouts/slideLayout12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8.xml"/><Relationship Id="rId18" Type="http://schemas.openxmlformats.org/officeDocument/2006/relationships/slideLayout" Target="../slideLayouts/slideLayout143.xml"/><Relationship Id="rId26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42.xml"/><Relationship Id="rId25" Type="http://schemas.openxmlformats.org/officeDocument/2006/relationships/slideLayout" Target="../slideLayouts/slideLayout150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127.xml"/><Relationship Id="rId16" Type="http://schemas.openxmlformats.org/officeDocument/2006/relationships/slideLayout" Target="../slideLayouts/slideLayout141.xml"/><Relationship Id="rId20" Type="http://schemas.openxmlformats.org/officeDocument/2006/relationships/slideLayout" Target="../slideLayouts/slideLayout145.xml"/><Relationship Id="rId29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24" Type="http://schemas.openxmlformats.org/officeDocument/2006/relationships/slideLayout" Target="../slideLayouts/slideLayout149.xml"/><Relationship Id="rId32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30.xml"/><Relationship Id="rId15" Type="http://schemas.openxmlformats.org/officeDocument/2006/relationships/slideLayout" Target="../slideLayouts/slideLayout140.xml"/><Relationship Id="rId23" Type="http://schemas.openxmlformats.org/officeDocument/2006/relationships/slideLayout" Target="../slideLayouts/slideLayout148.xml"/><Relationship Id="rId28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35.xml"/><Relationship Id="rId19" Type="http://schemas.openxmlformats.org/officeDocument/2006/relationships/slideLayout" Target="../slideLayouts/slideLayout144.xml"/><Relationship Id="rId31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9.xml"/><Relationship Id="rId22" Type="http://schemas.openxmlformats.org/officeDocument/2006/relationships/slideLayout" Target="../slideLayouts/slideLayout147.xml"/><Relationship Id="rId27" Type="http://schemas.openxmlformats.org/officeDocument/2006/relationships/slideLayout" Target="../slideLayouts/slideLayout152.xml"/><Relationship Id="rId30" Type="http://schemas.openxmlformats.org/officeDocument/2006/relationships/slideLayout" Target="../slideLayouts/slideLayout155.xml"/><Relationship Id="rId8" Type="http://schemas.openxmlformats.org/officeDocument/2006/relationships/slideLayout" Target="../slideLayouts/slideLayout133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0.xml"/><Relationship Id="rId18" Type="http://schemas.openxmlformats.org/officeDocument/2006/relationships/slideLayout" Target="../slideLayouts/slideLayout175.xml"/><Relationship Id="rId26" Type="http://schemas.openxmlformats.org/officeDocument/2006/relationships/slideLayout" Target="../slideLayouts/slideLayout183.xml"/><Relationship Id="rId39" Type="http://schemas.openxmlformats.org/officeDocument/2006/relationships/slideLayout" Target="../slideLayouts/slideLayout196.xml"/><Relationship Id="rId21" Type="http://schemas.openxmlformats.org/officeDocument/2006/relationships/slideLayout" Target="../slideLayouts/slideLayout178.xml"/><Relationship Id="rId34" Type="http://schemas.openxmlformats.org/officeDocument/2006/relationships/slideLayout" Target="../slideLayouts/slideLayout191.xml"/><Relationship Id="rId42" Type="http://schemas.openxmlformats.org/officeDocument/2006/relationships/slideLayout" Target="../slideLayouts/slideLayout199.xml"/><Relationship Id="rId7" Type="http://schemas.openxmlformats.org/officeDocument/2006/relationships/slideLayout" Target="../slideLayouts/slideLayout164.xml"/><Relationship Id="rId2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73.xml"/><Relationship Id="rId29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24" Type="http://schemas.openxmlformats.org/officeDocument/2006/relationships/slideLayout" Target="../slideLayouts/slideLayout181.xml"/><Relationship Id="rId32" Type="http://schemas.openxmlformats.org/officeDocument/2006/relationships/slideLayout" Target="../slideLayouts/slideLayout189.xml"/><Relationship Id="rId37" Type="http://schemas.openxmlformats.org/officeDocument/2006/relationships/slideLayout" Target="../slideLayouts/slideLayout194.xml"/><Relationship Id="rId40" Type="http://schemas.openxmlformats.org/officeDocument/2006/relationships/slideLayout" Target="../slideLayouts/slideLayout197.xml"/><Relationship Id="rId45" Type="http://schemas.openxmlformats.org/officeDocument/2006/relationships/theme" Target="../theme/theme5.xml"/><Relationship Id="rId5" Type="http://schemas.openxmlformats.org/officeDocument/2006/relationships/slideLayout" Target="../slideLayouts/slideLayout162.xml"/><Relationship Id="rId15" Type="http://schemas.openxmlformats.org/officeDocument/2006/relationships/slideLayout" Target="../slideLayouts/slideLayout172.xml"/><Relationship Id="rId23" Type="http://schemas.openxmlformats.org/officeDocument/2006/relationships/slideLayout" Target="../slideLayouts/slideLayout180.xml"/><Relationship Id="rId28" Type="http://schemas.openxmlformats.org/officeDocument/2006/relationships/slideLayout" Target="../slideLayouts/slideLayout185.xml"/><Relationship Id="rId36" Type="http://schemas.openxmlformats.org/officeDocument/2006/relationships/slideLayout" Target="../slideLayouts/slideLayout193.xml"/><Relationship Id="rId10" Type="http://schemas.openxmlformats.org/officeDocument/2006/relationships/slideLayout" Target="../slideLayouts/slideLayout167.xml"/><Relationship Id="rId19" Type="http://schemas.openxmlformats.org/officeDocument/2006/relationships/slideLayout" Target="../slideLayouts/slideLayout176.xml"/><Relationship Id="rId31" Type="http://schemas.openxmlformats.org/officeDocument/2006/relationships/slideLayout" Target="../slideLayouts/slideLayout188.xml"/><Relationship Id="rId44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71.xml"/><Relationship Id="rId22" Type="http://schemas.openxmlformats.org/officeDocument/2006/relationships/slideLayout" Target="../slideLayouts/slideLayout179.xml"/><Relationship Id="rId27" Type="http://schemas.openxmlformats.org/officeDocument/2006/relationships/slideLayout" Target="../slideLayouts/slideLayout184.xml"/><Relationship Id="rId30" Type="http://schemas.openxmlformats.org/officeDocument/2006/relationships/slideLayout" Target="../slideLayouts/slideLayout187.xml"/><Relationship Id="rId35" Type="http://schemas.openxmlformats.org/officeDocument/2006/relationships/slideLayout" Target="../slideLayouts/slideLayout192.xml"/><Relationship Id="rId43" Type="http://schemas.openxmlformats.org/officeDocument/2006/relationships/slideLayout" Target="../slideLayouts/slideLayout200.xml"/><Relationship Id="rId8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0.xml"/><Relationship Id="rId12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4.xml"/><Relationship Id="rId25" Type="http://schemas.openxmlformats.org/officeDocument/2006/relationships/slideLayout" Target="../slideLayouts/slideLayout182.xml"/><Relationship Id="rId33" Type="http://schemas.openxmlformats.org/officeDocument/2006/relationships/slideLayout" Target="../slideLayouts/slideLayout190.xml"/><Relationship Id="rId38" Type="http://schemas.openxmlformats.org/officeDocument/2006/relationships/slideLayout" Target="../slideLayouts/slideLayout195.xml"/><Relationship Id="rId20" Type="http://schemas.openxmlformats.org/officeDocument/2006/relationships/slideLayout" Target="../slideLayouts/slideLayout177.xml"/><Relationship Id="rId41" Type="http://schemas.openxmlformats.org/officeDocument/2006/relationships/slideLayout" Target="../slideLayouts/slideLayout198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4.xml"/><Relationship Id="rId18" Type="http://schemas.openxmlformats.org/officeDocument/2006/relationships/slideLayout" Target="../slideLayouts/slideLayout219.xml"/><Relationship Id="rId26" Type="http://schemas.openxmlformats.org/officeDocument/2006/relationships/slideLayout" Target="../slideLayouts/slideLayout227.xml"/><Relationship Id="rId39" Type="http://schemas.openxmlformats.org/officeDocument/2006/relationships/slideLayout" Target="../slideLayouts/slideLayout240.xml"/><Relationship Id="rId21" Type="http://schemas.openxmlformats.org/officeDocument/2006/relationships/slideLayout" Target="../slideLayouts/slideLayout222.xml"/><Relationship Id="rId34" Type="http://schemas.openxmlformats.org/officeDocument/2006/relationships/slideLayout" Target="../slideLayouts/slideLayout235.xml"/><Relationship Id="rId42" Type="http://schemas.openxmlformats.org/officeDocument/2006/relationships/slideLayout" Target="../slideLayouts/slideLayout243.xml"/><Relationship Id="rId7" Type="http://schemas.openxmlformats.org/officeDocument/2006/relationships/slideLayout" Target="../slideLayouts/slideLayout208.xml"/><Relationship Id="rId2" Type="http://schemas.openxmlformats.org/officeDocument/2006/relationships/slideLayout" Target="../slideLayouts/slideLayout203.xml"/><Relationship Id="rId16" Type="http://schemas.openxmlformats.org/officeDocument/2006/relationships/slideLayout" Target="../slideLayouts/slideLayout217.xml"/><Relationship Id="rId29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02.xml"/><Relationship Id="rId6" Type="http://schemas.openxmlformats.org/officeDocument/2006/relationships/slideLayout" Target="../slideLayouts/slideLayout207.xml"/><Relationship Id="rId11" Type="http://schemas.openxmlformats.org/officeDocument/2006/relationships/slideLayout" Target="../slideLayouts/slideLayout212.xml"/><Relationship Id="rId24" Type="http://schemas.openxmlformats.org/officeDocument/2006/relationships/slideLayout" Target="../slideLayouts/slideLayout225.xml"/><Relationship Id="rId32" Type="http://schemas.openxmlformats.org/officeDocument/2006/relationships/slideLayout" Target="../slideLayouts/slideLayout233.xml"/><Relationship Id="rId37" Type="http://schemas.openxmlformats.org/officeDocument/2006/relationships/slideLayout" Target="../slideLayouts/slideLayout238.xml"/><Relationship Id="rId40" Type="http://schemas.openxmlformats.org/officeDocument/2006/relationships/slideLayout" Target="../slideLayouts/slideLayout241.xml"/><Relationship Id="rId45" Type="http://schemas.openxmlformats.org/officeDocument/2006/relationships/slideLayout" Target="../slideLayouts/slideLayout246.xml"/><Relationship Id="rId5" Type="http://schemas.openxmlformats.org/officeDocument/2006/relationships/slideLayout" Target="../slideLayouts/slideLayout206.xml"/><Relationship Id="rId15" Type="http://schemas.openxmlformats.org/officeDocument/2006/relationships/slideLayout" Target="../slideLayouts/slideLayout216.xml"/><Relationship Id="rId23" Type="http://schemas.openxmlformats.org/officeDocument/2006/relationships/slideLayout" Target="../slideLayouts/slideLayout224.xml"/><Relationship Id="rId28" Type="http://schemas.openxmlformats.org/officeDocument/2006/relationships/slideLayout" Target="../slideLayouts/slideLayout229.xml"/><Relationship Id="rId36" Type="http://schemas.openxmlformats.org/officeDocument/2006/relationships/slideLayout" Target="../slideLayouts/slideLayout237.xml"/><Relationship Id="rId10" Type="http://schemas.openxmlformats.org/officeDocument/2006/relationships/slideLayout" Target="../slideLayouts/slideLayout211.xml"/><Relationship Id="rId19" Type="http://schemas.openxmlformats.org/officeDocument/2006/relationships/slideLayout" Target="../slideLayouts/slideLayout220.xml"/><Relationship Id="rId31" Type="http://schemas.openxmlformats.org/officeDocument/2006/relationships/slideLayout" Target="../slideLayouts/slideLayout232.xml"/><Relationship Id="rId44" Type="http://schemas.openxmlformats.org/officeDocument/2006/relationships/slideLayout" Target="../slideLayouts/slideLayout245.xml"/><Relationship Id="rId4" Type="http://schemas.openxmlformats.org/officeDocument/2006/relationships/slideLayout" Target="../slideLayouts/slideLayout205.xml"/><Relationship Id="rId9" Type="http://schemas.openxmlformats.org/officeDocument/2006/relationships/slideLayout" Target="../slideLayouts/slideLayout210.xml"/><Relationship Id="rId14" Type="http://schemas.openxmlformats.org/officeDocument/2006/relationships/slideLayout" Target="../slideLayouts/slideLayout215.xml"/><Relationship Id="rId22" Type="http://schemas.openxmlformats.org/officeDocument/2006/relationships/slideLayout" Target="../slideLayouts/slideLayout223.xml"/><Relationship Id="rId27" Type="http://schemas.openxmlformats.org/officeDocument/2006/relationships/slideLayout" Target="../slideLayouts/slideLayout228.xml"/><Relationship Id="rId30" Type="http://schemas.openxmlformats.org/officeDocument/2006/relationships/slideLayout" Target="../slideLayouts/slideLayout231.xml"/><Relationship Id="rId35" Type="http://schemas.openxmlformats.org/officeDocument/2006/relationships/slideLayout" Target="../slideLayouts/slideLayout236.xml"/><Relationship Id="rId43" Type="http://schemas.openxmlformats.org/officeDocument/2006/relationships/slideLayout" Target="../slideLayouts/slideLayout244.xml"/><Relationship Id="rId8" Type="http://schemas.openxmlformats.org/officeDocument/2006/relationships/slideLayout" Target="../slideLayouts/slideLayout209.xml"/><Relationship Id="rId3" Type="http://schemas.openxmlformats.org/officeDocument/2006/relationships/slideLayout" Target="../slideLayouts/slideLayout204.xml"/><Relationship Id="rId12" Type="http://schemas.openxmlformats.org/officeDocument/2006/relationships/slideLayout" Target="../slideLayouts/slideLayout213.xml"/><Relationship Id="rId17" Type="http://schemas.openxmlformats.org/officeDocument/2006/relationships/slideLayout" Target="../slideLayouts/slideLayout218.xml"/><Relationship Id="rId25" Type="http://schemas.openxmlformats.org/officeDocument/2006/relationships/slideLayout" Target="../slideLayouts/slideLayout226.xml"/><Relationship Id="rId33" Type="http://schemas.openxmlformats.org/officeDocument/2006/relationships/slideLayout" Target="../slideLayouts/slideLayout234.xml"/><Relationship Id="rId38" Type="http://schemas.openxmlformats.org/officeDocument/2006/relationships/slideLayout" Target="../slideLayouts/slideLayout239.xml"/><Relationship Id="rId46" Type="http://schemas.openxmlformats.org/officeDocument/2006/relationships/theme" Target="../theme/theme6.xml"/><Relationship Id="rId20" Type="http://schemas.openxmlformats.org/officeDocument/2006/relationships/slideLayout" Target="../slideLayouts/slideLayout221.xml"/><Relationship Id="rId41" Type="http://schemas.openxmlformats.org/officeDocument/2006/relationships/slideLayout" Target="../slideLayouts/slideLayout242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9.xml"/><Relationship Id="rId18" Type="http://schemas.openxmlformats.org/officeDocument/2006/relationships/slideLayout" Target="../slideLayouts/slideLayout264.xml"/><Relationship Id="rId26" Type="http://schemas.openxmlformats.org/officeDocument/2006/relationships/slideLayout" Target="../slideLayouts/slideLayout272.xml"/><Relationship Id="rId3" Type="http://schemas.openxmlformats.org/officeDocument/2006/relationships/slideLayout" Target="../slideLayouts/slideLayout249.xml"/><Relationship Id="rId21" Type="http://schemas.openxmlformats.org/officeDocument/2006/relationships/slideLayout" Target="../slideLayouts/slideLayout267.xml"/><Relationship Id="rId34" Type="http://schemas.openxmlformats.org/officeDocument/2006/relationships/theme" Target="../theme/theme7.xml"/><Relationship Id="rId7" Type="http://schemas.openxmlformats.org/officeDocument/2006/relationships/slideLayout" Target="../slideLayouts/slideLayout253.xml"/><Relationship Id="rId12" Type="http://schemas.openxmlformats.org/officeDocument/2006/relationships/slideLayout" Target="../slideLayouts/slideLayout258.xml"/><Relationship Id="rId17" Type="http://schemas.openxmlformats.org/officeDocument/2006/relationships/slideLayout" Target="../slideLayouts/slideLayout263.xml"/><Relationship Id="rId25" Type="http://schemas.openxmlformats.org/officeDocument/2006/relationships/slideLayout" Target="../slideLayouts/slideLayout271.xml"/><Relationship Id="rId33" Type="http://schemas.openxmlformats.org/officeDocument/2006/relationships/slideLayout" Target="../slideLayouts/slideLayout279.xml"/><Relationship Id="rId2" Type="http://schemas.openxmlformats.org/officeDocument/2006/relationships/slideLayout" Target="../slideLayouts/slideLayout248.xml"/><Relationship Id="rId16" Type="http://schemas.openxmlformats.org/officeDocument/2006/relationships/slideLayout" Target="../slideLayouts/slideLayout262.xml"/><Relationship Id="rId20" Type="http://schemas.openxmlformats.org/officeDocument/2006/relationships/slideLayout" Target="../slideLayouts/slideLayout266.xml"/><Relationship Id="rId29" Type="http://schemas.openxmlformats.org/officeDocument/2006/relationships/slideLayout" Target="../slideLayouts/slideLayout275.xml"/><Relationship Id="rId1" Type="http://schemas.openxmlformats.org/officeDocument/2006/relationships/slideLayout" Target="../slideLayouts/slideLayout247.xml"/><Relationship Id="rId6" Type="http://schemas.openxmlformats.org/officeDocument/2006/relationships/slideLayout" Target="../slideLayouts/slideLayout252.xml"/><Relationship Id="rId11" Type="http://schemas.openxmlformats.org/officeDocument/2006/relationships/slideLayout" Target="../slideLayouts/slideLayout257.xml"/><Relationship Id="rId24" Type="http://schemas.openxmlformats.org/officeDocument/2006/relationships/slideLayout" Target="../slideLayouts/slideLayout270.xml"/><Relationship Id="rId32" Type="http://schemas.openxmlformats.org/officeDocument/2006/relationships/slideLayout" Target="../slideLayouts/slideLayout278.xml"/><Relationship Id="rId5" Type="http://schemas.openxmlformats.org/officeDocument/2006/relationships/slideLayout" Target="../slideLayouts/slideLayout251.xml"/><Relationship Id="rId15" Type="http://schemas.openxmlformats.org/officeDocument/2006/relationships/slideLayout" Target="../slideLayouts/slideLayout261.xml"/><Relationship Id="rId23" Type="http://schemas.openxmlformats.org/officeDocument/2006/relationships/slideLayout" Target="../slideLayouts/slideLayout269.xml"/><Relationship Id="rId28" Type="http://schemas.openxmlformats.org/officeDocument/2006/relationships/slideLayout" Target="../slideLayouts/slideLayout274.xml"/><Relationship Id="rId10" Type="http://schemas.openxmlformats.org/officeDocument/2006/relationships/slideLayout" Target="../slideLayouts/slideLayout256.xml"/><Relationship Id="rId19" Type="http://schemas.openxmlformats.org/officeDocument/2006/relationships/slideLayout" Target="../slideLayouts/slideLayout265.xml"/><Relationship Id="rId31" Type="http://schemas.openxmlformats.org/officeDocument/2006/relationships/slideLayout" Target="../slideLayouts/slideLayout277.xml"/><Relationship Id="rId4" Type="http://schemas.openxmlformats.org/officeDocument/2006/relationships/slideLayout" Target="../slideLayouts/slideLayout250.xml"/><Relationship Id="rId9" Type="http://schemas.openxmlformats.org/officeDocument/2006/relationships/slideLayout" Target="../slideLayouts/slideLayout255.xml"/><Relationship Id="rId14" Type="http://schemas.openxmlformats.org/officeDocument/2006/relationships/slideLayout" Target="../slideLayouts/slideLayout260.xml"/><Relationship Id="rId22" Type="http://schemas.openxmlformats.org/officeDocument/2006/relationships/slideLayout" Target="../slideLayouts/slideLayout268.xml"/><Relationship Id="rId27" Type="http://schemas.openxmlformats.org/officeDocument/2006/relationships/slideLayout" Target="../slideLayouts/slideLayout273.xml"/><Relationship Id="rId30" Type="http://schemas.openxmlformats.org/officeDocument/2006/relationships/slideLayout" Target="../slideLayouts/slideLayout276.xml"/><Relationship Id="rId8" Type="http://schemas.openxmlformats.org/officeDocument/2006/relationships/slideLayout" Target="../slideLayouts/slideLayout254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2.xml"/><Relationship Id="rId18" Type="http://schemas.openxmlformats.org/officeDocument/2006/relationships/slideLayout" Target="../slideLayouts/slideLayout297.xml"/><Relationship Id="rId26" Type="http://schemas.openxmlformats.org/officeDocument/2006/relationships/slideLayout" Target="../slideLayouts/slideLayout305.xml"/><Relationship Id="rId39" Type="http://schemas.openxmlformats.org/officeDocument/2006/relationships/theme" Target="../theme/theme8.xml"/><Relationship Id="rId21" Type="http://schemas.openxmlformats.org/officeDocument/2006/relationships/slideLayout" Target="../slideLayouts/slideLayout300.xml"/><Relationship Id="rId34" Type="http://schemas.openxmlformats.org/officeDocument/2006/relationships/slideLayout" Target="../slideLayouts/slideLayout313.xml"/><Relationship Id="rId7" Type="http://schemas.openxmlformats.org/officeDocument/2006/relationships/slideLayout" Target="../slideLayouts/slideLayout286.xml"/><Relationship Id="rId12" Type="http://schemas.openxmlformats.org/officeDocument/2006/relationships/slideLayout" Target="../slideLayouts/slideLayout291.xml"/><Relationship Id="rId17" Type="http://schemas.openxmlformats.org/officeDocument/2006/relationships/slideLayout" Target="../slideLayouts/slideLayout296.xml"/><Relationship Id="rId25" Type="http://schemas.openxmlformats.org/officeDocument/2006/relationships/slideLayout" Target="../slideLayouts/slideLayout304.xml"/><Relationship Id="rId33" Type="http://schemas.openxmlformats.org/officeDocument/2006/relationships/slideLayout" Target="../slideLayouts/slideLayout312.xml"/><Relationship Id="rId38" Type="http://schemas.openxmlformats.org/officeDocument/2006/relationships/slideLayout" Target="../slideLayouts/slideLayout317.xml"/><Relationship Id="rId2" Type="http://schemas.openxmlformats.org/officeDocument/2006/relationships/slideLayout" Target="../slideLayouts/slideLayout281.xml"/><Relationship Id="rId16" Type="http://schemas.openxmlformats.org/officeDocument/2006/relationships/slideLayout" Target="../slideLayouts/slideLayout295.xml"/><Relationship Id="rId20" Type="http://schemas.openxmlformats.org/officeDocument/2006/relationships/slideLayout" Target="../slideLayouts/slideLayout299.xml"/><Relationship Id="rId29" Type="http://schemas.openxmlformats.org/officeDocument/2006/relationships/slideLayout" Target="../slideLayouts/slideLayout308.xml"/><Relationship Id="rId1" Type="http://schemas.openxmlformats.org/officeDocument/2006/relationships/slideLayout" Target="../slideLayouts/slideLayout280.xml"/><Relationship Id="rId6" Type="http://schemas.openxmlformats.org/officeDocument/2006/relationships/slideLayout" Target="../slideLayouts/slideLayout285.xml"/><Relationship Id="rId11" Type="http://schemas.openxmlformats.org/officeDocument/2006/relationships/slideLayout" Target="../slideLayouts/slideLayout290.xml"/><Relationship Id="rId24" Type="http://schemas.openxmlformats.org/officeDocument/2006/relationships/slideLayout" Target="../slideLayouts/slideLayout303.xml"/><Relationship Id="rId32" Type="http://schemas.openxmlformats.org/officeDocument/2006/relationships/slideLayout" Target="../slideLayouts/slideLayout311.xml"/><Relationship Id="rId37" Type="http://schemas.openxmlformats.org/officeDocument/2006/relationships/slideLayout" Target="../slideLayouts/slideLayout316.xml"/><Relationship Id="rId5" Type="http://schemas.openxmlformats.org/officeDocument/2006/relationships/slideLayout" Target="../slideLayouts/slideLayout284.xml"/><Relationship Id="rId15" Type="http://schemas.openxmlformats.org/officeDocument/2006/relationships/slideLayout" Target="../slideLayouts/slideLayout294.xml"/><Relationship Id="rId23" Type="http://schemas.openxmlformats.org/officeDocument/2006/relationships/slideLayout" Target="../slideLayouts/slideLayout302.xml"/><Relationship Id="rId28" Type="http://schemas.openxmlformats.org/officeDocument/2006/relationships/slideLayout" Target="../slideLayouts/slideLayout307.xml"/><Relationship Id="rId36" Type="http://schemas.openxmlformats.org/officeDocument/2006/relationships/slideLayout" Target="../slideLayouts/slideLayout315.xml"/><Relationship Id="rId10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8.xml"/><Relationship Id="rId31" Type="http://schemas.openxmlformats.org/officeDocument/2006/relationships/slideLayout" Target="../slideLayouts/slideLayout310.xml"/><Relationship Id="rId4" Type="http://schemas.openxmlformats.org/officeDocument/2006/relationships/slideLayout" Target="../slideLayouts/slideLayout283.xml"/><Relationship Id="rId9" Type="http://schemas.openxmlformats.org/officeDocument/2006/relationships/slideLayout" Target="../slideLayouts/slideLayout288.xml"/><Relationship Id="rId14" Type="http://schemas.openxmlformats.org/officeDocument/2006/relationships/slideLayout" Target="../slideLayouts/slideLayout293.xml"/><Relationship Id="rId22" Type="http://schemas.openxmlformats.org/officeDocument/2006/relationships/slideLayout" Target="../slideLayouts/slideLayout301.xml"/><Relationship Id="rId27" Type="http://schemas.openxmlformats.org/officeDocument/2006/relationships/slideLayout" Target="../slideLayouts/slideLayout306.xml"/><Relationship Id="rId30" Type="http://schemas.openxmlformats.org/officeDocument/2006/relationships/slideLayout" Target="../slideLayouts/slideLayout309.xml"/><Relationship Id="rId35" Type="http://schemas.openxmlformats.org/officeDocument/2006/relationships/slideLayout" Target="../slideLayouts/slideLayout314.xml"/><Relationship Id="rId8" Type="http://schemas.openxmlformats.org/officeDocument/2006/relationships/slideLayout" Target="../slideLayouts/slideLayout287.xml"/><Relationship Id="rId3" Type="http://schemas.openxmlformats.org/officeDocument/2006/relationships/slideLayout" Target="../slideLayouts/slideLayout282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30.xml"/><Relationship Id="rId18" Type="http://schemas.openxmlformats.org/officeDocument/2006/relationships/slideLayout" Target="../slideLayouts/slideLayout335.xml"/><Relationship Id="rId26" Type="http://schemas.openxmlformats.org/officeDocument/2006/relationships/slideLayout" Target="../slideLayouts/slideLayout343.xml"/><Relationship Id="rId39" Type="http://schemas.openxmlformats.org/officeDocument/2006/relationships/slideLayout" Target="../slideLayouts/slideLayout356.xml"/><Relationship Id="rId21" Type="http://schemas.openxmlformats.org/officeDocument/2006/relationships/slideLayout" Target="../slideLayouts/slideLayout338.xml"/><Relationship Id="rId34" Type="http://schemas.openxmlformats.org/officeDocument/2006/relationships/slideLayout" Target="../slideLayouts/slideLayout351.xml"/><Relationship Id="rId42" Type="http://schemas.openxmlformats.org/officeDocument/2006/relationships/slideLayout" Target="../slideLayouts/slideLayout359.xml"/><Relationship Id="rId47" Type="http://schemas.openxmlformats.org/officeDocument/2006/relationships/slideLayout" Target="../slideLayouts/slideLayout364.xml"/><Relationship Id="rId7" Type="http://schemas.openxmlformats.org/officeDocument/2006/relationships/slideLayout" Target="../slideLayouts/slideLayout324.xml"/><Relationship Id="rId2" Type="http://schemas.openxmlformats.org/officeDocument/2006/relationships/slideLayout" Target="../slideLayouts/slideLayout319.xml"/><Relationship Id="rId16" Type="http://schemas.openxmlformats.org/officeDocument/2006/relationships/slideLayout" Target="../slideLayouts/slideLayout333.xml"/><Relationship Id="rId29" Type="http://schemas.openxmlformats.org/officeDocument/2006/relationships/slideLayout" Target="../slideLayouts/slideLayout346.xml"/><Relationship Id="rId11" Type="http://schemas.openxmlformats.org/officeDocument/2006/relationships/slideLayout" Target="../slideLayouts/slideLayout328.xml"/><Relationship Id="rId24" Type="http://schemas.openxmlformats.org/officeDocument/2006/relationships/slideLayout" Target="../slideLayouts/slideLayout341.xml"/><Relationship Id="rId32" Type="http://schemas.openxmlformats.org/officeDocument/2006/relationships/slideLayout" Target="../slideLayouts/slideLayout349.xml"/><Relationship Id="rId37" Type="http://schemas.openxmlformats.org/officeDocument/2006/relationships/slideLayout" Target="../slideLayouts/slideLayout354.xml"/><Relationship Id="rId40" Type="http://schemas.openxmlformats.org/officeDocument/2006/relationships/slideLayout" Target="../slideLayouts/slideLayout357.xml"/><Relationship Id="rId45" Type="http://schemas.openxmlformats.org/officeDocument/2006/relationships/slideLayout" Target="../slideLayouts/slideLayout362.xml"/><Relationship Id="rId5" Type="http://schemas.openxmlformats.org/officeDocument/2006/relationships/slideLayout" Target="../slideLayouts/slideLayout322.xml"/><Relationship Id="rId15" Type="http://schemas.openxmlformats.org/officeDocument/2006/relationships/slideLayout" Target="../slideLayouts/slideLayout332.xml"/><Relationship Id="rId23" Type="http://schemas.openxmlformats.org/officeDocument/2006/relationships/slideLayout" Target="../slideLayouts/slideLayout340.xml"/><Relationship Id="rId28" Type="http://schemas.openxmlformats.org/officeDocument/2006/relationships/slideLayout" Target="../slideLayouts/slideLayout345.xml"/><Relationship Id="rId36" Type="http://schemas.openxmlformats.org/officeDocument/2006/relationships/slideLayout" Target="../slideLayouts/slideLayout353.xml"/><Relationship Id="rId49" Type="http://schemas.openxmlformats.org/officeDocument/2006/relationships/theme" Target="../theme/theme9.xml"/><Relationship Id="rId10" Type="http://schemas.openxmlformats.org/officeDocument/2006/relationships/slideLayout" Target="../slideLayouts/slideLayout327.xml"/><Relationship Id="rId19" Type="http://schemas.openxmlformats.org/officeDocument/2006/relationships/slideLayout" Target="../slideLayouts/slideLayout336.xml"/><Relationship Id="rId31" Type="http://schemas.openxmlformats.org/officeDocument/2006/relationships/slideLayout" Target="../slideLayouts/slideLayout348.xml"/><Relationship Id="rId44" Type="http://schemas.openxmlformats.org/officeDocument/2006/relationships/slideLayout" Target="../slideLayouts/slideLayout361.xml"/><Relationship Id="rId4" Type="http://schemas.openxmlformats.org/officeDocument/2006/relationships/slideLayout" Target="../slideLayouts/slideLayout321.xml"/><Relationship Id="rId9" Type="http://schemas.openxmlformats.org/officeDocument/2006/relationships/slideLayout" Target="../slideLayouts/slideLayout326.xml"/><Relationship Id="rId14" Type="http://schemas.openxmlformats.org/officeDocument/2006/relationships/slideLayout" Target="../slideLayouts/slideLayout331.xml"/><Relationship Id="rId22" Type="http://schemas.openxmlformats.org/officeDocument/2006/relationships/slideLayout" Target="../slideLayouts/slideLayout339.xml"/><Relationship Id="rId27" Type="http://schemas.openxmlformats.org/officeDocument/2006/relationships/slideLayout" Target="../slideLayouts/slideLayout344.xml"/><Relationship Id="rId30" Type="http://schemas.openxmlformats.org/officeDocument/2006/relationships/slideLayout" Target="../slideLayouts/slideLayout347.xml"/><Relationship Id="rId35" Type="http://schemas.openxmlformats.org/officeDocument/2006/relationships/slideLayout" Target="../slideLayouts/slideLayout352.xml"/><Relationship Id="rId43" Type="http://schemas.openxmlformats.org/officeDocument/2006/relationships/slideLayout" Target="../slideLayouts/slideLayout360.xml"/><Relationship Id="rId48" Type="http://schemas.openxmlformats.org/officeDocument/2006/relationships/slideLayout" Target="../slideLayouts/slideLayout365.xml"/><Relationship Id="rId8" Type="http://schemas.openxmlformats.org/officeDocument/2006/relationships/slideLayout" Target="../slideLayouts/slideLayout325.xml"/><Relationship Id="rId3" Type="http://schemas.openxmlformats.org/officeDocument/2006/relationships/slideLayout" Target="../slideLayouts/slideLayout320.xml"/><Relationship Id="rId12" Type="http://schemas.openxmlformats.org/officeDocument/2006/relationships/slideLayout" Target="../slideLayouts/slideLayout329.xml"/><Relationship Id="rId17" Type="http://schemas.openxmlformats.org/officeDocument/2006/relationships/slideLayout" Target="../slideLayouts/slideLayout334.xml"/><Relationship Id="rId25" Type="http://schemas.openxmlformats.org/officeDocument/2006/relationships/slideLayout" Target="../slideLayouts/slideLayout342.xml"/><Relationship Id="rId33" Type="http://schemas.openxmlformats.org/officeDocument/2006/relationships/slideLayout" Target="../slideLayouts/slideLayout350.xml"/><Relationship Id="rId38" Type="http://schemas.openxmlformats.org/officeDocument/2006/relationships/slideLayout" Target="../slideLayouts/slideLayout355.xml"/><Relationship Id="rId46" Type="http://schemas.openxmlformats.org/officeDocument/2006/relationships/slideLayout" Target="../slideLayouts/slideLayout363.xml"/><Relationship Id="rId20" Type="http://schemas.openxmlformats.org/officeDocument/2006/relationships/slideLayout" Target="../slideLayouts/slideLayout337.xml"/><Relationship Id="rId41" Type="http://schemas.openxmlformats.org/officeDocument/2006/relationships/slideLayout" Target="../slideLayouts/slideLayout358.xml"/><Relationship Id="rId1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>
                    <a:alpha val="20000"/>
                  </a:schemeClr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6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</p:sldLayoutIdLst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>
                    <a:alpha val="20000"/>
                  </a:schemeClr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de-DE" dirty="0"/>
              <a:t>© 2018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98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816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818" r:id="rId40"/>
    <p:sldLayoutId id="2147483821" r:id="rId41"/>
    <p:sldLayoutId id="2147483823" r:id="rId42"/>
  </p:sldLayoutIdLst>
  <p:hf hd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charset="0"/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92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826" r:id="rId5"/>
    <p:sldLayoutId id="2147483827" r:id="rId6"/>
    <p:sldLayoutId id="2147483828" r:id="rId7"/>
    <p:sldLayoutId id="2147484028" r:id="rId8"/>
    <p:sldLayoutId id="2147483782" r:id="rId9"/>
    <p:sldLayoutId id="2147483815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22" r:id="rId43"/>
    <p:sldLayoutId id="2147483824" r:id="rId44"/>
    <p:sldLayoutId id="2147483825" r:id="rId45"/>
  </p:sldLayoutIdLst>
  <p:hf hd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04888" y="6383868"/>
            <a:ext cx="5486312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9448800" y="6383868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/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/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/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/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/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000930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  <p:sldLayoutId id="2147483849" r:id="rId20"/>
    <p:sldLayoutId id="2147483850" r:id="rId21"/>
    <p:sldLayoutId id="2147483851" r:id="rId22"/>
    <p:sldLayoutId id="2147483852" r:id="rId23"/>
    <p:sldLayoutId id="2147483853" r:id="rId24"/>
    <p:sldLayoutId id="2147483854" r:id="rId25"/>
    <p:sldLayoutId id="2147483855" r:id="rId26"/>
    <p:sldLayoutId id="2147483856" r:id="rId27"/>
    <p:sldLayoutId id="2147483857" r:id="rId28"/>
    <p:sldLayoutId id="2147483858" r:id="rId29"/>
    <p:sldLayoutId id="2147483859" r:id="rId30"/>
    <p:sldLayoutId id="2147483860" r:id="rId31"/>
    <p:sldLayoutId id="2147483861" r:id="rId32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1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2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1pPr>
      <a:lvl2pPr marL="228594" indent="-228594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2pPr>
      <a:lvl3pPr marL="457189" indent="-188379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3pPr>
      <a:lvl4pPr marL="838179" indent="-25822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4pPr>
      <a:lvl5pPr marL="1071007" indent="-228594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5pPr>
      <a:lvl6pPr marL="2111549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56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364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772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7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16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21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29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37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43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50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58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F1DE4C50-97A5-3C41-BEEB-55C2668E6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9800" y="6468071"/>
            <a:ext cx="2057400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aseline="0">
                <a:solidFill>
                  <a:schemeClr val="tx1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Arial" charset="0"/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AAF35591-9921-1B4A-AA06-5E509FAA62BB}"/>
              </a:ext>
            </a:extLst>
          </p:cNvPr>
          <p:cNvSpPr txBox="1">
            <a:spLocks/>
          </p:cNvSpPr>
          <p:nvPr userDrawn="1"/>
        </p:nvSpPr>
        <p:spPr>
          <a:xfrm>
            <a:off x="304800" y="6468071"/>
            <a:ext cx="6400800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685800" rtl="0" eaLnBrk="1" latinLnBrk="0" hangingPunct="1">
              <a:defRPr sz="600" kern="1200" baseline="0">
                <a:solidFill>
                  <a:schemeClr val="tx1"/>
                </a:solidFill>
                <a:latin typeface="IBM Plex Sans" panose="020B0503050203000203" pitchFamily="34" charset="77"/>
                <a:ea typeface="IBM Plex Sans" panose="020B0503050203000203" pitchFamily="34" charset="77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IBM Skills Academy / © 2020 IBM Corporation.</a:t>
            </a:r>
            <a:b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Course materials may not be reproduced in whole or in part without the prior written permission of IBM.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401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  <p:sldLayoutId id="2147483880" r:id="rId18"/>
    <p:sldLayoutId id="2147483881" r:id="rId19"/>
    <p:sldLayoutId id="2147483882" r:id="rId20"/>
    <p:sldLayoutId id="2147483883" r:id="rId21"/>
    <p:sldLayoutId id="2147483884" r:id="rId22"/>
    <p:sldLayoutId id="2147483885" r:id="rId23"/>
    <p:sldLayoutId id="2147483886" r:id="rId24"/>
    <p:sldLayoutId id="2147483887" r:id="rId25"/>
    <p:sldLayoutId id="2147483888" r:id="rId26"/>
    <p:sldLayoutId id="2147483889" r:id="rId27"/>
    <p:sldLayoutId id="2147483890" r:id="rId28"/>
    <p:sldLayoutId id="2147483891" r:id="rId29"/>
    <p:sldLayoutId id="2147483892" r:id="rId30"/>
    <p:sldLayoutId id="2147483893" r:id="rId31"/>
    <p:sldLayoutId id="2147483894" r:id="rId32"/>
    <p:sldLayoutId id="2147483895" r:id="rId33"/>
    <p:sldLayoutId id="2147483896" r:id="rId34"/>
    <p:sldLayoutId id="2147483897" r:id="rId35"/>
    <p:sldLayoutId id="2147483898" r:id="rId36"/>
    <p:sldLayoutId id="2147483899" r:id="rId37"/>
    <p:sldLayoutId id="2147483900" r:id="rId38"/>
    <p:sldLayoutId id="2147483901" r:id="rId39"/>
    <p:sldLayoutId id="2147483902" r:id="rId40"/>
    <p:sldLayoutId id="2147483903" r:id="rId41"/>
    <p:sldLayoutId id="2147483904" r:id="rId42"/>
    <p:sldLayoutId id="2147483905" r:id="rId43"/>
    <p:sldLayoutId id="2147483906" r:id="rId44"/>
  </p:sldLayoutIdLst>
  <p:hf hd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tx1"/>
          </a:solidFill>
          <a:latin typeface="IBM Plex Sans" panose="020B0503050203000203" pitchFamily="34" charset="0"/>
          <a:ea typeface="IBM Plex Sans" panose="020B0503050203000203" pitchFamily="34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5618DDDD-4A7D-104F-B2BA-91B99F7DE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1F4631A-1E66-8C47-BDFD-4560526B3BD4}"/>
              </a:ext>
            </a:extLst>
          </p:cNvPr>
          <p:cNvSpPr txBox="1">
            <a:spLocks/>
          </p:cNvSpPr>
          <p:nvPr userDrawn="1"/>
        </p:nvSpPr>
        <p:spPr>
          <a:xfrm>
            <a:off x="304800" y="6468071"/>
            <a:ext cx="6400800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685800" rtl="0" eaLnBrk="1" latinLnBrk="0" hangingPunct="1">
              <a:defRPr sz="600" kern="1200" baseline="0">
                <a:solidFill>
                  <a:schemeClr val="tx1"/>
                </a:solidFill>
                <a:latin typeface="IBM Plex Sans" panose="020B0503050203000203" pitchFamily="34" charset="77"/>
                <a:ea typeface="IBM Plex Sans" panose="020B0503050203000203" pitchFamily="34" charset="77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IBM Skills Academy / © 2019 IBM Corporation.</a:t>
            </a:r>
            <a:b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</a:b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cs typeface="Arial" panose="020B0604020202020204" pitchFamily="34" charset="0"/>
              </a:rPr>
              <a:t>Course materials may not be reproduced in whole or in part without the prior written permission of IBM.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48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  <p:sldLayoutId id="2147483924" r:id="rId17"/>
    <p:sldLayoutId id="2147483925" r:id="rId18"/>
    <p:sldLayoutId id="2147483926" r:id="rId19"/>
    <p:sldLayoutId id="2147483927" r:id="rId20"/>
    <p:sldLayoutId id="2147483928" r:id="rId21"/>
    <p:sldLayoutId id="2147483929" r:id="rId22"/>
    <p:sldLayoutId id="2147483930" r:id="rId23"/>
    <p:sldLayoutId id="2147483931" r:id="rId24"/>
    <p:sldLayoutId id="2147483932" r:id="rId25"/>
    <p:sldLayoutId id="2147483933" r:id="rId26"/>
    <p:sldLayoutId id="2147483934" r:id="rId27"/>
    <p:sldLayoutId id="2147483935" r:id="rId28"/>
    <p:sldLayoutId id="2147483936" r:id="rId29"/>
    <p:sldLayoutId id="2147483937" r:id="rId30"/>
    <p:sldLayoutId id="2147483938" r:id="rId31"/>
    <p:sldLayoutId id="2147483939" r:id="rId32"/>
    <p:sldLayoutId id="2147483940" r:id="rId33"/>
    <p:sldLayoutId id="2147483941" r:id="rId34"/>
    <p:sldLayoutId id="2147483942" r:id="rId35"/>
    <p:sldLayoutId id="2147483943" r:id="rId36"/>
    <p:sldLayoutId id="2147483944" r:id="rId37"/>
    <p:sldLayoutId id="2147483945" r:id="rId38"/>
    <p:sldLayoutId id="2147483946" r:id="rId39"/>
    <p:sldLayoutId id="2147483947" r:id="rId40"/>
    <p:sldLayoutId id="2147483948" r:id="rId41"/>
    <p:sldLayoutId id="2147483949" r:id="rId42"/>
    <p:sldLayoutId id="2147483950" r:id="rId43"/>
    <p:sldLayoutId id="2147483951" r:id="rId44"/>
    <p:sldLayoutId id="2147483952" r:id="rId45"/>
  </p:sldLayoutIdLst>
  <p:hf hd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280416" y="268224"/>
            <a:ext cx="5522976" cy="5726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388608" y="268224"/>
            <a:ext cx="5498592" cy="572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04888" y="6383868"/>
            <a:ext cx="5486312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914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Global University Programs / V2.1 / May 18, 2018 / © 2018 IBM Corporation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9448800" y="6383868"/>
            <a:ext cx="2438309" cy="2222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9" name="Group 58"/>
          <p:cNvGrpSpPr/>
          <p:nvPr userDrawn="1"/>
        </p:nvGrpSpPr>
        <p:grpSpPr>
          <a:xfrm>
            <a:off x="-146307" y="-147320"/>
            <a:ext cx="12485627" cy="715264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/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/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37744"/>
              <a:ext cx="91440" cy="4664456"/>
              <a:chOff x="-109730" y="237744"/>
              <a:chExt cx="91440" cy="4664456"/>
            </a:xfrm>
          </p:grpSpPr>
          <p:cxnSp>
            <p:nvCxnSpPr>
              <p:cNvPr id="73" name="Straight Connector 72"/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 userDrawn="1"/>
            </p:nvCxnSpPr>
            <p:spPr bwMode="auto">
              <a:xfrm flipH="1">
                <a:off x="-109730" y="449427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 userDrawn="1"/>
            </p:nvCxnSpPr>
            <p:spPr bwMode="auto">
              <a:xfrm flipH="1">
                <a:off x="-109730" y="23774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 userDrawn="1"/>
            </p:nvCxnSpPr>
            <p:spPr bwMode="auto">
              <a:xfrm flipH="1">
                <a:off x="-109730" y="4902200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37744"/>
              <a:ext cx="91440" cy="4663440"/>
              <a:chOff x="-109730" y="231394"/>
              <a:chExt cx="91440" cy="4663440"/>
            </a:xfrm>
          </p:grpSpPr>
          <p:cxnSp>
            <p:nvCxnSpPr>
              <p:cNvPr id="64" name="Straight Connector 63"/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 userDrawn="1"/>
            </p:nvCxnSpPr>
            <p:spPr bwMode="auto">
              <a:xfrm flipH="1">
                <a:off x="-109730" y="4487926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 userDrawn="1"/>
            </p:nvCxnSpPr>
            <p:spPr bwMode="auto">
              <a:xfrm flipH="1">
                <a:off x="-109730" y="23139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 userDrawn="1"/>
            </p:nvCxnSpPr>
            <p:spPr bwMode="auto">
              <a:xfrm flipH="1">
                <a:off x="-109730" y="4894834"/>
                <a:ext cx="91440" cy="0"/>
              </a:xfrm>
              <a:prstGeom prst="line">
                <a:avLst/>
              </a:prstGeom>
              <a:ln>
                <a:solidFill>
                  <a:srgbClr val="BEBEB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280232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  <p:sldLayoutId id="2147483966" r:id="rId13"/>
    <p:sldLayoutId id="2147483967" r:id="rId14"/>
    <p:sldLayoutId id="2147483968" r:id="rId15"/>
    <p:sldLayoutId id="2147483969" r:id="rId16"/>
    <p:sldLayoutId id="2147483970" r:id="rId17"/>
    <p:sldLayoutId id="2147483971" r:id="rId18"/>
    <p:sldLayoutId id="2147483972" r:id="rId19"/>
    <p:sldLayoutId id="2147483973" r:id="rId20"/>
    <p:sldLayoutId id="2147483974" r:id="rId21"/>
    <p:sldLayoutId id="2147483975" r:id="rId22"/>
    <p:sldLayoutId id="2147483976" r:id="rId23"/>
    <p:sldLayoutId id="2147483977" r:id="rId24"/>
    <p:sldLayoutId id="2147483978" r:id="rId25"/>
    <p:sldLayoutId id="2147483979" r:id="rId26"/>
    <p:sldLayoutId id="2147483980" r:id="rId27"/>
    <p:sldLayoutId id="2147483981" r:id="rId28"/>
    <p:sldLayoutId id="2147483982" r:id="rId29"/>
    <p:sldLayoutId id="2147483983" r:id="rId30"/>
    <p:sldLayoutId id="2147483984" r:id="rId31"/>
    <p:sldLayoutId id="2147483985" r:id="rId32"/>
    <p:sldLayoutId id="2147483986" r:id="rId33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5pPr>
      <a:lvl6pPr marL="4834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6pPr>
      <a:lvl7pPr marL="96681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7pPr>
      <a:lvl8pPr marL="145022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8pPr>
      <a:lvl9pPr marL="193362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60">
          <a:solidFill>
            <a:srgbClr val="191919"/>
          </a:solidFill>
          <a:latin typeface="HelvNeue Light for IBM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rgbClr val="6D6E70"/>
        </a:buClr>
        <a:buSzPct val="90000"/>
        <a:buFont typeface="Wingdings" pitchFamily="2" charset="2"/>
        <a:buNone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1pPr>
      <a:lvl2pPr marL="228594" indent="-228594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2pPr>
      <a:lvl3pPr marL="457189" indent="-188379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Arial" panose="020B0604020202020204" pitchFamily="34" charset="0"/>
        <a:buChar char="•"/>
        <a:tabLst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3pPr>
      <a:lvl4pPr marL="838179" indent="-258227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SzPct val="100000"/>
        <a:buFont typeface=".AppleSystemUIFont" charset="-120"/>
        <a:buChar char="–"/>
        <a:tabLst/>
        <a:defRPr sz="1867" baseline="0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4pPr>
      <a:lvl5pPr marL="1071007" indent="-228594" algn="l" rtl="0" eaLnBrk="1" fontAlgn="base" hangingPunct="1">
        <a:lnSpc>
          <a:spcPct val="100000"/>
        </a:lnSpc>
        <a:spcBef>
          <a:spcPts val="1467"/>
        </a:spcBef>
        <a:spcAft>
          <a:spcPct val="0"/>
        </a:spcAft>
        <a:buClr>
          <a:schemeClr val="bg1"/>
        </a:buClr>
        <a:buFont typeface=".AppleSystemUIFont" charset="-120"/>
        <a:buChar char="»"/>
        <a:tabLst/>
        <a:defRPr sz="1867">
          <a:solidFill>
            <a:schemeClr val="bg1"/>
          </a:solidFill>
          <a:latin typeface="IBM Plex Sans" charset="0"/>
          <a:ea typeface="IBM Plex Sans" charset="0"/>
          <a:cs typeface="IBM Plex Sans" charset="0"/>
        </a:defRPr>
      </a:lvl5pPr>
      <a:lvl6pPr marL="2111549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6pPr>
      <a:lvl7pPr marL="2594956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7pPr>
      <a:lvl8pPr marL="3078364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8pPr>
      <a:lvl9pPr marL="3561772" indent="-172886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692">
          <a:solidFill>
            <a:schemeClr val="bg1"/>
          </a:solidFill>
          <a:latin typeface="Arial" charset="0"/>
        </a:defRPr>
      </a:lvl9pPr>
    </p:bodyStyle>
    <p:otherStyle>
      <a:defPPr>
        <a:defRPr lang="en-US"/>
      </a:defPPr>
      <a:lvl1pPr marL="0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407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6816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221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3629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7037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0443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3850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7258" algn="l" defTabSz="966816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0">
          <p15:clr>
            <a:srgbClr val="F26B43"/>
          </p15:clr>
        </p15:guide>
        <p15:guide id="2" pos="144">
          <p15:clr>
            <a:srgbClr val="F26B43"/>
          </p15:clr>
        </p15:guide>
        <p15:guide id="3" pos="5616">
          <p15:clr>
            <a:srgbClr val="F26B43"/>
          </p15:clr>
        </p15:guide>
        <p15:guide id="4" orient="horz" pos="2832">
          <p15:clr>
            <a:srgbClr val="F26B43"/>
          </p15:clr>
        </p15:guide>
        <p15:guide id="5" orient="horz" pos="3088">
          <p15:clr>
            <a:srgbClr val="F26B43"/>
          </p15:clr>
        </p15:guide>
        <p15:guide id="6" pos="2880">
          <p15:clr>
            <a:srgbClr val="F26B43"/>
          </p15:clr>
        </p15:guide>
        <p15:guide id="7" pos="2736">
          <p15:clr>
            <a:srgbClr val="F26B43"/>
          </p15:clr>
        </p15:guide>
        <p15:guide id="8" pos="1440">
          <p15:clr>
            <a:srgbClr val="F26B43"/>
          </p15:clr>
        </p15:guide>
        <p15:guide id="9" pos="3024">
          <p15:clr>
            <a:srgbClr val="F26B43"/>
          </p15:clr>
        </p15:guide>
        <p15:guide id="10" pos="1296">
          <p15:clr>
            <a:srgbClr val="F26B43"/>
          </p15:clr>
        </p15:guide>
        <p15:guide id="11" pos="1584">
          <p15:clr>
            <a:srgbClr val="F26B43"/>
          </p15:clr>
        </p15:guide>
        <p15:guide id="12" pos="4320">
          <p15:clr>
            <a:srgbClr val="F26B43"/>
          </p15:clr>
        </p15:guide>
        <p15:guide id="13" pos="4176">
          <p15:clr>
            <a:srgbClr val="F26B43"/>
          </p15:clr>
        </p15:guide>
        <p15:guide id="14" pos="4464">
          <p15:clr>
            <a:srgbClr val="F26B43"/>
          </p15:clr>
        </p15:guide>
        <p15:guide id="15" orient="horz" pos="412">
          <p15:clr>
            <a:srgbClr val="F26B43"/>
          </p15:clr>
        </p15:guide>
        <p15:guide id="17" orient="horz" pos="812">
          <p15:clr>
            <a:srgbClr val="F26B43"/>
          </p15:clr>
        </p15:guide>
        <p15:guide id="18" orient="horz" pos="1620">
          <p15:clr>
            <a:srgbClr val="F26B43"/>
          </p15:clr>
        </p15:guide>
        <p15:guide id="19" orient="horz" pos="1216">
          <p15:clr>
            <a:srgbClr val="F26B43"/>
          </p15:clr>
        </p15:guide>
        <p15:guide id="20" orient="horz" pos="2022">
          <p15:clr>
            <a:srgbClr val="F26B43"/>
          </p15:clr>
        </p15:guide>
        <p15:guide id="21" orient="horz" pos="2424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aseline="0">
                <a:solidFill>
                  <a:schemeClr val="bg2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5D625E3D-A166-4149-9052-FE902F8BCFD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35307"/>
            <a:ext cx="853440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aseline="0">
                <a:solidFill>
                  <a:schemeClr val="bg2">
                    <a:alpha val="20000"/>
                  </a:schemeClr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9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  <p:sldLayoutId id="2147483999" r:id="rId12"/>
    <p:sldLayoutId id="2147484000" r:id="rId13"/>
    <p:sldLayoutId id="2147484001" r:id="rId14"/>
    <p:sldLayoutId id="2147484002" r:id="rId15"/>
    <p:sldLayoutId id="2147484003" r:id="rId16"/>
    <p:sldLayoutId id="2147484004" r:id="rId17"/>
    <p:sldLayoutId id="2147484005" r:id="rId18"/>
    <p:sldLayoutId id="2147484006" r:id="rId19"/>
    <p:sldLayoutId id="2147484007" r:id="rId20"/>
    <p:sldLayoutId id="2147484008" r:id="rId21"/>
    <p:sldLayoutId id="2147484009" r:id="rId22"/>
    <p:sldLayoutId id="2147484010" r:id="rId23"/>
    <p:sldLayoutId id="2147484011" r:id="rId24"/>
    <p:sldLayoutId id="2147484012" r:id="rId25"/>
    <p:sldLayoutId id="2147484013" r:id="rId26"/>
    <p:sldLayoutId id="2147484014" r:id="rId27"/>
    <p:sldLayoutId id="2147484015" r:id="rId28"/>
    <p:sldLayoutId id="2147484016" r:id="rId29"/>
    <p:sldLayoutId id="2147484017" r:id="rId30"/>
    <p:sldLayoutId id="2147484018" r:id="rId31"/>
    <p:sldLayoutId id="2147484019" r:id="rId32"/>
    <p:sldLayoutId id="2147484020" r:id="rId33"/>
    <p:sldLayoutId id="2147484021" r:id="rId34"/>
    <p:sldLayoutId id="2147484022" r:id="rId35"/>
    <p:sldLayoutId id="2147484023" r:id="rId36"/>
    <p:sldLayoutId id="2147484024" r:id="rId37"/>
    <p:sldLayoutId id="2147484025" r:id="rId38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bg2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68225"/>
            <a:ext cx="5486400" cy="5988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0" y="256033"/>
            <a:ext cx="5486400" cy="60003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61FBBE6-0219-6344-B1D2-2F4CE6013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9800" y="6468071"/>
            <a:ext cx="2057400" cy="13716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38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  <p:sldLayoutId id="2147484042" r:id="rId13"/>
    <p:sldLayoutId id="2147484043" r:id="rId14"/>
    <p:sldLayoutId id="2147484044" r:id="rId15"/>
    <p:sldLayoutId id="2147484045" r:id="rId16"/>
    <p:sldLayoutId id="2147484046" r:id="rId17"/>
    <p:sldLayoutId id="2147484047" r:id="rId18"/>
    <p:sldLayoutId id="2147484048" r:id="rId19"/>
    <p:sldLayoutId id="2147484049" r:id="rId20"/>
    <p:sldLayoutId id="2147484050" r:id="rId21"/>
    <p:sldLayoutId id="2147484051" r:id="rId22"/>
    <p:sldLayoutId id="2147484052" r:id="rId23"/>
    <p:sldLayoutId id="2147484053" r:id="rId24"/>
    <p:sldLayoutId id="2147484054" r:id="rId25"/>
    <p:sldLayoutId id="2147484055" r:id="rId26"/>
    <p:sldLayoutId id="2147484056" r:id="rId27"/>
    <p:sldLayoutId id="2147484057" r:id="rId28"/>
    <p:sldLayoutId id="2147484058" r:id="rId29"/>
    <p:sldLayoutId id="2147484059" r:id="rId30"/>
    <p:sldLayoutId id="2147484060" r:id="rId31"/>
    <p:sldLayoutId id="2147484061" r:id="rId32"/>
    <p:sldLayoutId id="2147484062" r:id="rId33"/>
    <p:sldLayoutId id="2147484063" r:id="rId34"/>
    <p:sldLayoutId id="2147484064" r:id="rId35"/>
    <p:sldLayoutId id="2147484065" r:id="rId36"/>
    <p:sldLayoutId id="2147484066" r:id="rId37"/>
    <p:sldLayoutId id="2147484067" r:id="rId38"/>
    <p:sldLayoutId id="2147484068" r:id="rId39"/>
    <p:sldLayoutId id="2147484069" r:id="rId40"/>
    <p:sldLayoutId id="2147484070" r:id="rId41"/>
    <p:sldLayoutId id="2147484071" r:id="rId42"/>
    <p:sldLayoutId id="2147484072" r:id="rId43"/>
    <p:sldLayoutId id="2147484073" r:id="rId44"/>
    <p:sldLayoutId id="2147484074" r:id="rId45"/>
    <p:sldLayoutId id="2147484075" r:id="rId46"/>
    <p:sldLayoutId id="2147484076" r:id="rId47"/>
    <p:sldLayoutId id="2147484077" r:id="rId48"/>
  </p:sldLayoutIdLst>
  <p:hf hdr="0" ftr="0" dt="0"/>
  <p:txStyles>
    <p:titleStyle>
      <a:lvl1pPr algn="l" defTabSz="60958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Arial" charset="0"/>
          <a:cs typeface="Arial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1467"/>
        </a:spcBef>
        <a:buFont typeface="Arial"/>
        <a:buNone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30712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29153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833946" indent="-224361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–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071007" indent="-230712" algn="l" defTabSz="609585" rtl="0" eaLnBrk="1" latinLnBrk="0" hangingPunct="1">
        <a:lnSpc>
          <a:spcPct val="100000"/>
        </a:lnSpc>
        <a:spcBef>
          <a:spcPts val="1467"/>
        </a:spcBef>
        <a:spcAft>
          <a:spcPts val="0"/>
        </a:spcAft>
        <a:buFont typeface="Arial"/>
        <a:buChar char="»"/>
        <a:defRPr sz="1867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96">
          <p15:clr>
            <a:srgbClr val="F26B43"/>
          </p15:clr>
        </p15:guide>
        <p15:guide id="2" orient="horz" pos="1619">
          <p15:clr>
            <a:srgbClr val="F26B43"/>
          </p15:clr>
        </p15:guide>
        <p15:guide id="3" orient="horz" pos="1216">
          <p15:clr>
            <a:srgbClr val="F26B43"/>
          </p15:clr>
        </p15:guide>
        <p15:guide id="5" orient="horz" pos="813">
          <p15:clr>
            <a:srgbClr val="F26B43"/>
          </p15:clr>
        </p15:guide>
        <p15:guide id="7" orient="horz" pos="2022">
          <p15:clr>
            <a:srgbClr val="F26B43"/>
          </p15:clr>
        </p15:guide>
        <p15:guide id="8" orient="horz" pos="2426">
          <p15:clr>
            <a:srgbClr val="F26B43"/>
          </p15:clr>
        </p15:guide>
        <p15:guide id="9" orient="horz" pos="2829">
          <p15:clr>
            <a:srgbClr val="F26B43"/>
          </p15:clr>
        </p15:guide>
        <p15:guide id="11" pos="2880">
          <p15:clr>
            <a:srgbClr val="F26B43"/>
          </p15:clr>
        </p15:guide>
        <p15:guide id="13" pos="2736">
          <p15:clr>
            <a:srgbClr val="F26B43"/>
          </p15:clr>
        </p15:guide>
        <p15:guide id="15" pos="1584">
          <p15:clr>
            <a:srgbClr val="F26B43"/>
          </p15:clr>
        </p15:guide>
        <p15:guide id="17" pos="1440">
          <p15:clr>
            <a:srgbClr val="F26B43"/>
          </p15:clr>
        </p15:guide>
        <p15:guide id="20" pos="3024">
          <p15:clr>
            <a:srgbClr val="F26B43"/>
          </p15:clr>
        </p15:guide>
        <p15:guide id="22" pos="4320">
          <p15:clr>
            <a:srgbClr val="F26B43"/>
          </p15:clr>
        </p15:guide>
        <p15:guide id="24" pos="144">
          <p15:clr>
            <a:srgbClr val="F26B43"/>
          </p15:clr>
        </p15:guide>
        <p15:guide id="26" pos="5616">
          <p15:clr>
            <a:srgbClr val="F26B43"/>
          </p15:clr>
        </p15:guide>
        <p15:guide id="27" orient="horz" pos="142">
          <p15:clr>
            <a:srgbClr val="F26B43"/>
          </p15:clr>
        </p15:guide>
        <p15:guide id="31" pos="4176">
          <p15:clr>
            <a:srgbClr val="F26B43"/>
          </p15:clr>
        </p15:guide>
        <p15:guide id="32" pos="4464">
          <p15:clr>
            <a:srgbClr val="F26B43"/>
          </p15:clr>
        </p15:guide>
        <p15:guide id="34" orient="horz" pos="3098">
          <p15:clr>
            <a:srgbClr val="F26B43"/>
          </p15:clr>
        </p15:guide>
        <p15:guide id="35" orient="horz" pos="420">
          <p15:clr>
            <a:srgbClr val="F26B43"/>
          </p15:clr>
        </p15:guide>
        <p15:guide id="36" orient="horz" pos="7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oxzhX_XaEI8" TargetMode="External"/><Relationship Id="rId3" Type="http://schemas.openxmlformats.org/officeDocument/2006/relationships/hyperlink" Target="https://developer.ibm.com/articles/a-beginners-guide-to-natural-language-processing/" TargetMode="External"/><Relationship Id="rId7" Type="http://schemas.openxmlformats.org/officeDocument/2006/relationships/hyperlink" Target="https://www.youtube.com/watch?v=Uuz8ZTV5vd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5.xml"/><Relationship Id="rId6" Type="http://schemas.openxmlformats.org/officeDocument/2006/relationships/hyperlink" Target="https://www.youtube.com/watch?v=1I6bQ12VxV0" TargetMode="External"/><Relationship Id="rId5" Type="http://schemas.openxmlformats.org/officeDocument/2006/relationships/hyperlink" Target="https://www.youtube.com/watch?v=fLvJ8VdHLA0" TargetMode="External"/><Relationship Id="rId4" Type="http://schemas.openxmlformats.org/officeDocument/2006/relationships/hyperlink" Target="https://youtu.be/3_yy0dnIc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SAIC | Data and Artificial Intelligence">
            <a:extLst>
              <a:ext uri="{FF2B5EF4-FFF2-40B4-BE49-F238E27FC236}">
                <a16:creationId xmlns:a16="http://schemas.microsoft.com/office/drawing/2014/main" id="{332AB8C8-877A-EF15-79AF-3ECC86AE3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778366" y="562708"/>
            <a:ext cx="9358235" cy="629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0" indent="0" algn="r" defTabSz="623360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7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pPr marL="0" marR="0" lvl="0" indent="0" algn="r" defTabSz="623360" rtl="0" eaLnBrk="1" fontAlgn="auto" latinLnBrk="0" hangingPunct="1">
                <a:lnSpc>
                  <a:spcPts val="1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sz="7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DD133635-C76E-B944-B1B8-19E5DED2801A}"/>
              </a:ext>
            </a:extLst>
          </p:cNvPr>
          <p:cNvSpPr txBox="1">
            <a:spLocks/>
          </p:cNvSpPr>
          <p:nvPr/>
        </p:nvSpPr>
        <p:spPr>
          <a:xfrm>
            <a:off x="503405" y="1196760"/>
            <a:ext cx="7588409" cy="1876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lvl="0" defTabSz="914400">
              <a:defRPr/>
            </a:pPr>
            <a:r>
              <a:rPr lang="en-US" sz="6600" b="0" dirty="0">
                <a:solidFill>
                  <a:srgbClr val="FFFFFF"/>
                </a:solidFill>
                <a:latin typeface="IBM Plex Sans ExtraLight" panose="020B0303050203000203" pitchFamily="34" charset="77"/>
                <a:ea typeface="+mn-ea"/>
              </a:rPr>
              <a:t>Text Preprocessing and NLP Steps</a:t>
            </a: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ExtraLight" panose="020B0303050203000203" pitchFamily="34" charset="77"/>
              <a:ea typeface="+mn-ea"/>
              <a:cs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2B97B4-03B7-1844-88EA-B609BC7FA9EC}"/>
              </a:ext>
            </a:extLst>
          </p:cNvPr>
          <p:cNvSpPr/>
          <p:nvPr/>
        </p:nvSpPr>
        <p:spPr>
          <a:xfrm rot="16200000">
            <a:off x="-324778" y="1586100"/>
            <a:ext cx="863319" cy="213757"/>
          </a:xfrm>
          <a:prstGeom prst="rect">
            <a:avLst/>
          </a:prstGeom>
          <a:solidFill>
            <a:srgbClr val="5C56FF"/>
          </a:solidFill>
        </p:spPr>
        <p:txBody>
          <a:bodyPr wrap="square" lIns="182880" tIns="182880" rIns="182880" bIns="18288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IBM Plex Sans" panose="020B0503050203000203" pitchFamily="34" charset="77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59748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0" indent="0" algn="r" defTabSz="623360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7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pPr marL="0" marR="0" lvl="0" indent="0" algn="r" defTabSz="623360" rtl="0" eaLnBrk="1" fontAlgn="auto" latinLnBrk="0" hangingPunct="1">
                <a:lnSpc>
                  <a:spcPts val="1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7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DD133635-C76E-B944-B1B8-19E5DED2801A}"/>
              </a:ext>
            </a:extLst>
          </p:cNvPr>
          <p:cNvSpPr txBox="1">
            <a:spLocks/>
          </p:cNvSpPr>
          <p:nvPr/>
        </p:nvSpPr>
        <p:spPr>
          <a:xfrm>
            <a:off x="564365" y="1833946"/>
            <a:ext cx="6917089" cy="13709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marL="742950" indent="-742950" defTabSz="9144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3600" b="0" dirty="0">
                <a:solidFill>
                  <a:srgbClr val="FFFFFF"/>
                </a:solidFill>
                <a:latin typeface="IBM Plex Sans Text" panose="020B0503050203000203" pitchFamily="34" charset="77"/>
                <a:ea typeface="+mn-ea"/>
              </a:rPr>
              <a:t>NLP Overview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Text" panose="020B0503050203000203" pitchFamily="34" charset="77"/>
              <a:ea typeface="+mn-ea"/>
              <a:cs typeface="Arial" charset="0"/>
            </a:endParaRPr>
          </a:p>
          <a:p>
            <a:pPr marL="742950" lvl="0" indent="-742950" defTabSz="9144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b="0" dirty="0">
                <a:solidFill>
                  <a:srgbClr val="000000">
                    <a:lumMod val="50000"/>
                    <a:lumOff val="50000"/>
                  </a:srgbClr>
                </a:solidFill>
                <a:latin typeface="IBM Plex Sans ExtraLight" panose="020B0303050203000203" pitchFamily="34" charset="77"/>
                <a:ea typeface="+mn-ea"/>
              </a:rPr>
              <a:t>NLP Applications</a:t>
            </a:r>
          </a:p>
          <a:p>
            <a:pPr marL="742950" lvl="0" indent="-742950" defTabSz="9144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b="0" dirty="0">
                <a:solidFill>
                  <a:srgbClr val="000000">
                    <a:lumMod val="50000"/>
                    <a:lumOff val="50000"/>
                  </a:srgbClr>
                </a:solidFill>
                <a:latin typeface="IBM Plex Sans ExtraLight" panose="020B0303050203000203" pitchFamily="34" charset="77"/>
                <a:ea typeface="+mn-ea"/>
              </a:rPr>
              <a:t>IBM Project Debater</a:t>
            </a:r>
          </a:p>
          <a:p>
            <a:pPr marL="742950" lvl="0" indent="-742950" defTabSz="9144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b="0" dirty="0">
                <a:solidFill>
                  <a:srgbClr val="000000">
                    <a:lumMod val="50000"/>
                    <a:lumOff val="50000"/>
                  </a:srgbClr>
                </a:solidFill>
                <a:latin typeface="IBM Plex Sans ExtraLight" panose="020B0303050203000203" pitchFamily="34" charset="77"/>
                <a:ea typeface="+mn-ea"/>
              </a:rPr>
              <a:t>Summary and Resources</a:t>
            </a: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269E010C-2AD0-AD47-B3BF-21D6F80B665C}"/>
              </a:ext>
            </a:extLst>
          </p:cNvPr>
          <p:cNvSpPr/>
          <p:nvPr/>
        </p:nvSpPr>
        <p:spPr bwMode="auto">
          <a:xfrm rot="5400000">
            <a:off x="-110985" y="1966436"/>
            <a:ext cx="548488" cy="293594"/>
          </a:xfrm>
          <a:prstGeom prst="triangle">
            <a:avLst/>
          </a:prstGeom>
          <a:solidFill>
            <a:srgbClr val="5C5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HelvNeue Light for IBM" pitchFamily="34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1BC1DB-8981-EC44-8568-58585DF35346}"/>
              </a:ext>
            </a:extLst>
          </p:cNvPr>
          <p:cNvSpPr/>
          <p:nvPr/>
        </p:nvSpPr>
        <p:spPr>
          <a:xfrm>
            <a:off x="444500" y="454276"/>
            <a:ext cx="7466473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30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IBM Plex Sans Text" panose="020B0503050203000203" pitchFamily="34" charset="77"/>
                <a:ea typeface="+mn-ea"/>
                <a:cs typeface="Arial" charset="0"/>
              </a:rPr>
              <a:t>Week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spc="300" dirty="0">
                <a:solidFill>
                  <a:srgbClr val="FFFFFF">
                    <a:lumMod val="65000"/>
                  </a:srgbClr>
                </a:solidFill>
                <a:latin typeface="IBM Plex Sans ExtraLight" panose="020B0303050203000203" pitchFamily="34" charset="77"/>
                <a:cs typeface="Arial" charset="0"/>
              </a:rPr>
              <a:t>Natural Language Processing</a:t>
            </a:r>
            <a:endParaRPr kumimoji="0" lang="en-US" sz="1600" b="0" i="0" u="none" strike="noStrike" kern="1200" cap="none" spc="30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IBM Plex Sans ExtraLight" panose="020B0303050203000203" pitchFamily="34" charset="77"/>
              <a:ea typeface="+mn-ea"/>
              <a:cs typeface="+mn-cs"/>
            </a:endParaRPr>
          </a:p>
        </p:txBody>
      </p:sp>
      <p:pic>
        <p:nvPicPr>
          <p:cNvPr id="3" name="Picture 2" descr="NLP animated tag word cloud;text design animation kinetic typography  seamless loop.">
            <a:extLst>
              <a:ext uri="{FF2B5EF4-FFF2-40B4-BE49-F238E27FC236}">
                <a16:creationId xmlns:a16="http://schemas.microsoft.com/office/drawing/2014/main" id="{98B76DCD-10C6-2633-60DC-3FC33E462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808789" y="1497170"/>
            <a:ext cx="6857999" cy="386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0358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138AFA-A300-5C9F-3F90-28E0C0191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0BE6F14-FF48-0F4F-A8AA-2E3F25371E4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1026" name="Picture 2" descr="How to Become an NLP Engineer [+ Salary &amp; Career Guide]">
            <a:extLst>
              <a:ext uri="{FF2B5EF4-FFF2-40B4-BE49-F238E27FC236}">
                <a16:creationId xmlns:a16="http://schemas.microsoft.com/office/drawing/2014/main" id="{CF393DE8-215C-7A9E-A884-50737FE57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589" y="0"/>
            <a:ext cx="1003141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ext Placeholder 4">
            <a:extLst>
              <a:ext uri="{FF2B5EF4-FFF2-40B4-BE49-F238E27FC236}">
                <a16:creationId xmlns:a16="http://schemas.microsoft.com/office/drawing/2014/main" id="{752113F1-42CF-8D40-AB53-83C2A080C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0402544"/>
              </p:ext>
            </p:extLst>
          </p:nvPr>
        </p:nvGraphicFramePr>
        <p:xfrm>
          <a:off x="414421" y="1309603"/>
          <a:ext cx="4929475" cy="4509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BECBFD5-59C1-D6A9-BB78-B574D01A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202" y="320030"/>
            <a:ext cx="5486400" cy="669544"/>
          </a:xfrm>
        </p:spPr>
        <p:txBody>
          <a:bodyPr anchor="t">
            <a:normAutofit/>
          </a:bodyPr>
          <a:lstStyle/>
          <a:p>
            <a:r>
              <a:rPr lang="en-US" b="1" dirty="0"/>
              <a:t>NLP Steps</a:t>
            </a:r>
          </a:p>
        </p:txBody>
      </p:sp>
    </p:spTree>
    <p:extLst>
      <p:ext uri="{BB962C8B-B14F-4D97-AF65-F5344CB8AC3E}">
        <p14:creationId xmlns:p14="http://schemas.microsoft.com/office/powerpoint/2010/main" val="2919234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53E3-A555-84BD-BFF6-216B2EAC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1: Segmentation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F7E8F-F37B-1EAF-4128-9EF77767A8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EFBDB-4044-4847-7900-6F9DE841F8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The first action is to break down the entire text into sentences, snippets, noun phrases, most of which are already denoted by commas, semicolons, periods, and other punctuation.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5426F-37B2-2802-7BC5-CB6CDC3C39F2}"/>
              </a:ext>
            </a:extLst>
          </p:cNvPr>
          <p:cNvSpPr txBox="1"/>
          <p:nvPr/>
        </p:nvSpPr>
        <p:spPr>
          <a:xfrm>
            <a:off x="613776" y="4108537"/>
            <a:ext cx="6409127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Away from the city lights, we were able to see the Milky Way.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17244-7890-05E5-2FF6-338CB4740E4A}"/>
              </a:ext>
            </a:extLst>
          </p:cNvPr>
          <p:cNvSpPr txBox="1"/>
          <p:nvPr/>
        </p:nvSpPr>
        <p:spPr>
          <a:xfrm>
            <a:off x="7455074" y="5359400"/>
            <a:ext cx="3740126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we were able to see the Milky 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620B3-F4DD-0BEF-9D03-45372FEB040B}"/>
              </a:ext>
            </a:extLst>
          </p:cNvPr>
          <p:cNvSpPr txBox="1"/>
          <p:nvPr/>
        </p:nvSpPr>
        <p:spPr>
          <a:xfrm>
            <a:off x="7256054" y="2931208"/>
            <a:ext cx="2736647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Away from the city lights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894F35-C789-78EB-CF76-3D302466B164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022903" y="3389948"/>
            <a:ext cx="432171" cy="903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6639A5-04B8-F35C-769C-F3570BA4806D}"/>
              </a:ext>
            </a:extLst>
          </p:cNvPr>
          <p:cNvCxnSpPr>
            <a:cxnSpLocks/>
          </p:cNvCxnSpPr>
          <p:nvPr/>
        </p:nvCxnSpPr>
        <p:spPr>
          <a:xfrm>
            <a:off x="7022903" y="4421663"/>
            <a:ext cx="432171" cy="953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15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10AD-BB77-694B-2230-ED93497F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99B71F-7CD2-7C38-EF7B-E36EBF183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180A54-C882-25BD-A9F1-82ECB5BD5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0" y="1838923"/>
            <a:ext cx="11582400" cy="3021176"/>
          </a:xfrm>
        </p:spPr>
        <p:txBody>
          <a:bodyPr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sent_tokenize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Download the tokenizer models (only once)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punkt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Sample paragraph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text = "Away from the city lights, we were able to see the Milky Way."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Split into sentences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sentences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sent_tokenize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(text)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Show the segmented sentences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print("Segmented Sentences:")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sentence in enumerate(sentences, 1):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print(f"{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}. {sentence}")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976EF-3809-45EB-350A-509755F5A26D}"/>
              </a:ext>
            </a:extLst>
          </p:cNvPr>
          <p:cNvSpPr txBox="1"/>
          <p:nvPr/>
        </p:nvSpPr>
        <p:spPr>
          <a:xfrm>
            <a:off x="3739020" y="5324537"/>
            <a:ext cx="6100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Segmented Sentences: </a:t>
            </a:r>
          </a:p>
          <a:p>
            <a:pPr marL="342900" indent="-342900"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Away from the city lights, </a:t>
            </a:r>
          </a:p>
          <a:p>
            <a:pPr marL="342900" indent="-342900"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we were able to see the Milky Way.</a:t>
            </a:r>
          </a:p>
        </p:txBody>
      </p:sp>
    </p:spTree>
    <p:extLst>
      <p:ext uri="{BB962C8B-B14F-4D97-AF65-F5344CB8AC3E}">
        <p14:creationId xmlns:p14="http://schemas.microsoft.com/office/powerpoint/2010/main" val="695300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AE58-D085-8C3C-E832-64A58347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Tokenization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FF8E95-5A0C-8C4A-7F97-FA6204B8F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CF17B-79F1-25F5-94D3-F21BD5C5BE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To help the algorithm understand a sentence, we first need to break it down into individual words and look at each one separately. </a:t>
            </a:r>
          </a:p>
          <a:p>
            <a:endParaRPr lang="en-US" dirty="0"/>
          </a:p>
          <a:p>
            <a:r>
              <a:rPr lang="en-US" dirty="0"/>
              <a:t>This process is called </a:t>
            </a:r>
            <a:r>
              <a:rPr lang="en-US" i="1" dirty="0"/>
              <a:t>tokenizing</a:t>
            </a:r>
            <a:r>
              <a:rPr lang="en-US" dirty="0"/>
              <a:t>, and each word we extract is known as a </a:t>
            </a:r>
            <a:r>
              <a:rPr lang="en-US" i="1" dirty="0"/>
              <a:t>token</a:t>
            </a:r>
            <a:r>
              <a:rPr lang="en-US" dirty="0"/>
              <a:t>. By doing this, we make it easier for the algorithm to process and analyze the sentence.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10741-A345-4C8E-9A5B-B80EC2E62987}"/>
              </a:ext>
            </a:extLst>
          </p:cNvPr>
          <p:cNvSpPr txBox="1"/>
          <p:nvPr/>
        </p:nvSpPr>
        <p:spPr>
          <a:xfrm>
            <a:off x="3839455" y="3398766"/>
            <a:ext cx="3740126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we were able to see the Milky 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0425D-0ABB-94DA-8A63-0C6A618E94CC}"/>
              </a:ext>
            </a:extLst>
          </p:cNvPr>
          <p:cNvSpPr txBox="1"/>
          <p:nvPr/>
        </p:nvSpPr>
        <p:spPr>
          <a:xfrm>
            <a:off x="3660348" y="4662562"/>
            <a:ext cx="631904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3D5FB-5690-E607-6FDF-1FBD37654CA3}"/>
              </a:ext>
            </a:extLst>
          </p:cNvPr>
          <p:cNvSpPr txBox="1"/>
          <p:nvPr/>
        </p:nvSpPr>
        <p:spPr>
          <a:xfrm>
            <a:off x="4802754" y="4662562"/>
            <a:ext cx="396262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1C5B51-44F1-6C9B-32B8-1E12783C3ABE}"/>
              </a:ext>
            </a:extLst>
          </p:cNvPr>
          <p:cNvSpPr txBox="1"/>
          <p:nvPr/>
        </p:nvSpPr>
        <p:spPr>
          <a:xfrm>
            <a:off x="2250882" y="4653649"/>
            <a:ext cx="700833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30AE72-6E11-7D22-B50C-10C68116B963}"/>
              </a:ext>
            </a:extLst>
          </p:cNvPr>
          <p:cNvSpPr txBox="1"/>
          <p:nvPr/>
        </p:nvSpPr>
        <p:spPr>
          <a:xfrm>
            <a:off x="790611" y="4653649"/>
            <a:ext cx="516488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97C24-0020-625F-791F-45321F7B1455}"/>
              </a:ext>
            </a:extLst>
          </p:cNvPr>
          <p:cNvSpPr txBox="1"/>
          <p:nvPr/>
        </p:nvSpPr>
        <p:spPr>
          <a:xfrm>
            <a:off x="5997418" y="4662562"/>
            <a:ext cx="550151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B4AF8B-DF65-FBB2-9341-1850ED45E8FD}"/>
              </a:ext>
            </a:extLst>
          </p:cNvPr>
          <p:cNvSpPr txBox="1"/>
          <p:nvPr/>
        </p:nvSpPr>
        <p:spPr>
          <a:xfrm>
            <a:off x="7234177" y="4653649"/>
            <a:ext cx="524503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1FDAA-0292-FFC3-B840-CF0076D18037}"/>
              </a:ext>
            </a:extLst>
          </p:cNvPr>
          <p:cNvSpPr txBox="1"/>
          <p:nvPr/>
        </p:nvSpPr>
        <p:spPr>
          <a:xfrm>
            <a:off x="8557082" y="4653649"/>
            <a:ext cx="729687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Milky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72FCA8-FE2E-9F85-1D35-F99A51EDC97A}"/>
              </a:ext>
            </a:extLst>
          </p:cNvPr>
          <p:cNvSpPr txBox="1"/>
          <p:nvPr/>
        </p:nvSpPr>
        <p:spPr>
          <a:xfrm>
            <a:off x="10090214" y="4653649"/>
            <a:ext cx="628698" cy="369332"/>
          </a:xfrm>
          <a:prstGeom prst="rect">
            <a:avLst/>
          </a:prstGeom>
          <a:noFill/>
          <a:ln>
            <a:solidFill>
              <a:schemeClr val="accent1">
                <a:alpha val="82123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Way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A438E1-3B50-39A5-9585-9134C52D6327}"/>
              </a:ext>
            </a:extLst>
          </p:cNvPr>
          <p:cNvCxnSpPr>
            <a:cxnSpLocks/>
          </p:cNvCxnSpPr>
          <p:nvPr/>
        </p:nvCxnSpPr>
        <p:spPr>
          <a:xfrm flipH="1">
            <a:off x="1307099" y="3768098"/>
            <a:ext cx="2669201" cy="805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E4A6BE-B792-C43D-94C8-15F833D29DBC}"/>
              </a:ext>
            </a:extLst>
          </p:cNvPr>
          <p:cNvCxnSpPr>
            <a:cxnSpLocks/>
          </p:cNvCxnSpPr>
          <p:nvPr/>
        </p:nvCxnSpPr>
        <p:spPr>
          <a:xfrm flipH="1">
            <a:off x="3861040" y="3810207"/>
            <a:ext cx="1051785" cy="843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9BA897-C654-C23A-31F2-FC5CE3F030F2}"/>
              </a:ext>
            </a:extLst>
          </p:cNvPr>
          <p:cNvCxnSpPr>
            <a:cxnSpLocks/>
          </p:cNvCxnSpPr>
          <p:nvPr/>
        </p:nvCxnSpPr>
        <p:spPr>
          <a:xfrm>
            <a:off x="6344919" y="3801294"/>
            <a:ext cx="889258" cy="819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58146BE-706E-08FE-46DF-1E2BAEEFC5B4}"/>
              </a:ext>
            </a:extLst>
          </p:cNvPr>
          <p:cNvCxnSpPr>
            <a:cxnSpLocks/>
          </p:cNvCxnSpPr>
          <p:nvPr/>
        </p:nvCxnSpPr>
        <p:spPr>
          <a:xfrm>
            <a:off x="6672290" y="3761294"/>
            <a:ext cx="1921555" cy="940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DB7F2D-0957-F9FF-B14A-758E54B10631}"/>
              </a:ext>
            </a:extLst>
          </p:cNvPr>
          <p:cNvCxnSpPr>
            <a:cxnSpLocks/>
          </p:cNvCxnSpPr>
          <p:nvPr/>
        </p:nvCxnSpPr>
        <p:spPr>
          <a:xfrm>
            <a:off x="7306602" y="3801294"/>
            <a:ext cx="2783612" cy="852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78350B-1A11-4839-211C-CAD3A885B2B7}"/>
              </a:ext>
            </a:extLst>
          </p:cNvPr>
          <p:cNvCxnSpPr>
            <a:cxnSpLocks/>
          </p:cNvCxnSpPr>
          <p:nvPr/>
        </p:nvCxnSpPr>
        <p:spPr>
          <a:xfrm flipH="1">
            <a:off x="4875304" y="3801294"/>
            <a:ext cx="468695" cy="819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C4A049E-0E39-1A0E-8F55-06829F4FC0FA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5913745" y="3810207"/>
            <a:ext cx="358749" cy="852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341A2F9-6CAD-D8E3-BEB0-26A64388E1E5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2601299" y="3768098"/>
            <a:ext cx="1878419" cy="885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32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D017-7CAD-4141-AE45-AC605542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DDA45B-9569-E22D-3436-0FEE0629D2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5C5E3-A8FC-F0A2-9353-8DAEB3C64E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008" y="838708"/>
            <a:ext cx="11582400" cy="5395939"/>
          </a:xfrm>
        </p:spPr>
        <p:txBody>
          <a:bodyPr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WordNetLemmatizer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Download required data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punkt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('wordnet')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('omw-1.4')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Initialize stemmer and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lemmatizer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stemmer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lemmatizer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WordNetLemmatizer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Example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sentence = "The runners were running and caring about their connections."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Tokenize the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tokens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(sentence)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Apply stemming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stemmed = 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stemmer.stem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(word) for word in tokens]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Apply lemmatization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lemmatized = 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lemmatizer.lemmatize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(word) for word in tokens]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Print results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print("Original     :", tokens)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print("Stemmed      :", stemmed)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print("Lemmatized   :", lemmatized)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AED9F-E90D-4301-C73A-17F170FCA068}"/>
              </a:ext>
            </a:extLst>
          </p:cNvPr>
          <p:cNvSpPr txBox="1"/>
          <p:nvPr/>
        </p:nvSpPr>
        <p:spPr>
          <a:xfrm>
            <a:off x="3895594" y="5881309"/>
            <a:ext cx="84341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Original : ['The', 'runners', 'were', 'running', 'and', 'caring', 'about', 'their', 'connections', '.'] Stemmed : ['the', 'runner', 'were', 'run', 'and', 'care', 'about', 'their', 'connect', '.’] </a:t>
            </a:r>
            <a:b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Lemmatized : ['The', 'runner', 'were', 'running', 'and', 'caring', 'about', 'their', 'connection', '.']</a:t>
            </a:r>
          </a:p>
        </p:txBody>
      </p:sp>
    </p:spTree>
    <p:extLst>
      <p:ext uri="{BB962C8B-B14F-4D97-AF65-F5344CB8AC3E}">
        <p14:creationId xmlns:p14="http://schemas.microsoft.com/office/powerpoint/2010/main" val="347314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0948-7285-F7A7-B181-D22D151BC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68224"/>
            <a:ext cx="7485413" cy="1140968"/>
          </a:xfrm>
        </p:spPr>
        <p:txBody>
          <a:bodyPr/>
          <a:lstStyle/>
          <a:p>
            <a:r>
              <a:rPr lang="en-US" dirty="0"/>
              <a:t>Task 3: Removing the Stop Words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0FA965-14E2-5098-578F-9C9D4A1FD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04897-D7DA-B900-0591-F2C73080FA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0" y="854702"/>
            <a:ext cx="11582400" cy="4779264"/>
          </a:xfrm>
        </p:spPr>
        <p:txBody>
          <a:bodyPr/>
          <a:lstStyle/>
          <a:p>
            <a:r>
              <a:rPr lang="en-US" dirty="0"/>
              <a:t>To speed up the learning process, we remove common words that don’t add much meaning to a sentence. These words—like </a:t>
            </a:r>
            <a:r>
              <a:rPr lang="en-US" i="1" dirty="0"/>
              <a:t>from</a:t>
            </a:r>
            <a:r>
              <a:rPr lang="en-US" dirty="0"/>
              <a:t>, </a:t>
            </a:r>
            <a:r>
              <a:rPr lang="en-US" i="1" dirty="0"/>
              <a:t>the</a:t>
            </a:r>
            <a:r>
              <a:rPr lang="en-US" dirty="0"/>
              <a:t>, </a:t>
            </a:r>
            <a:r>
              <a:rPr lang="en-US" i="1" dirty="0"/>
              <a:t>to</a:t>
            </a:r>
            <a:r>
              <a:rPr lang="en-US" dirty="0"/>
              <a:t>, </a:t>
            </a:r>
            <a:r>
              <a:rPr lang="en-US" i="1" dirty="0"/>
              <a:t>the</a:t>
            </a:r>
            <a:r>
              <a:rPr lang="en-US" dirty="0"/>
              <a:t>, </a:t>
            </a:r>
            <a:r>
              <a:rPr lang="en-US" i="1" dirty="0"/>
              <a:t>and</a:t>
            </a:r>
            <a:r>
              <a:rPr lang="en-US" dirty="0"/>
              <a:t>—are called </a:t>
            </a:r>
            <a:r>
              <a:rPr lang="en-US" i="1" dirty="0"/>
              <a:t>stop words</a:t>
            </a:r>
            <a:r>
              <a:rPr lang="en-US" dirty="0"/>
              <a:t>. Removing them helps the algorithm focus on the essential parts of the text.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880D74-7348-0BE1-B35C-80277A48BEAF}"/>
              </a:ext>
            </a:extLst>
          </p:cNvPr>
          <p:cNvSpPr txBox="1"/>
          <p:nvPr/>
        </p:nvSpPr>
        <p:spPr>
          <a:xfrm>
            <a:off x="1422747" y="1787320"/>
            <a:ext cx="87369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nltk.corpus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Download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(only needed once)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punkt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Sample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text = "Away from the city lights, we were able to see the Milky Way"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Step 1: Tokenize the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tokens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(text)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Step 2: Remove stop words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set(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stopwords.words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filtered_tokens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[word for word in tokens if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word.lower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not in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Print results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print("Original tokens:", tokens)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print("Filtered tokens (no stop words):",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filtered_tokens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BA0A76-5E5E-F43B-86AD-5E8A71332A57}"/>
              </a:ext>
            </a:extLst>
          </p:cNvPr>
          <p:cNvSpPr txBox="1"/>
          <p:nvPr/>
        </p:nvSpPr>
        <p:spPr>
          <a:xfrm>
            <a:off x="367430" y="5948859"/>
            <a:ext cx="11457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Original tokens: ['Away', 'from', 'the', 'city', 'lights', ',', 'we', 'were', 'able', 'to', 'see', 'the', 'Milky', 'Way’] 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Filtered tokens (no stop words): ['Away', 'city', 'lights', ',', 'able', 'see', 'Milky', 'Way']</a:t>
            </a:r>
          </a:p>
        </p:txBody>
      </p:sp>
    </p:spTree>
    <p:extLst>
      <p:ext uri="{BB962C8B-B14F-4D97-AF65-F5344CB8AC3E}">
        <p14:creationId xmlns:p14="http://schemas.microsoft.com/office/powerpoint/2010/main" val="161670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9BF2-90C9-569D-EED8-71C8430D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4: Stemming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F16987-8EFF-EBA8-6C73-6EB5D0218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53CDE-A43E-C6AA-E8F9-CD06D81EED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0" y="934929"/>
            <a:ext cx="11582400" cy="4779264"/>
          </a:xfrm>
        </p:spPr>
        <p:txBody>
          <a:bodyPr/>
          <a:lstStyle/>
          <a:p>
            <a:r>
              <a:rPr lang="en-US" sz="1800" b="1" dirty="0"/>
              <a:t>Stemming</a:t>
            </a:r>
            <a:r>
              <a:rPr lang="en-US" sz="1800" dirty="0"/>
              <a:t> is a common NLP technique that reduces a word to its </a:t>
            </a:r>
            <a:r>
              <a:rPr lang="en-US" sz="1800" b="1" dirty="0"/>
              <a:t>base or root form</a:t>
            </a:r>
            <a:r>
              <a:rPr lang="en-US" sz="1800" dirty="0"/>
              <a:t> (called the </a:t>
            </a:r>
            <a:r>
              <a:rPr lang="en-US" sz="1800" i="1" dirty="0"/>
              <a:t>stem</a:t>
            </a:r>
            <a:r>
              <a:rPr lang="en-US" sz="1800" dirty="0"/>
              <a:t>), often by chopping off suffixes. It helps group together words with similar meanings so they can be analyzed as one.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7D5D9-F786-747F-BDA8-6D2802095C3A}"/>
              </a:ext>
            </a:extLst>
          </p:cNvPr>
          <p:cNvSpPr txBox="1"/>
          <p:nvPr/>
        </p:nvSpPr>
        <p:spPr>
          <a:xfrm>
            <a:off x="492955" y="1600071"/>
            <a:ext cx="51813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Download necessary data if running for the first time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punkt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Create stemmer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stemmer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Example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sentence = "we were able to see the Milky Way"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Tokenize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tokens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(sentence)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Stem each word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stemmed_words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stemmer.stem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(word) for word in tokens]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Show results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print("Original words:", tokens)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print("Stemmed words :",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stemmed_words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8AE2C-FE15-6EBD-E902-4D73DF5FD406}"/>
              </a:ext>
            </a:extLst>
          </p:cNvPr>
          <p:cNvSpPr txBox="1"/>
          <p:nvPr/>
        </p:nvSpPr>
        <p:spPr>
          <a:xfrm>
            <a:off x="6096000" y="5108723"/>
            <a:ext cx="53882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Original words: ['we', 'were', 'able', 'to', 'see', 'the', 'Milky', 'Way’]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Stemmed words : ['we', 'were',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', 'to', 'see', 'the',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milki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', 'way']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074040-09D7-7B5B-B201-30BC6F03F539}"/>
              </a:ext>
            </a:extLst>
          </p:cNvPr>
          <p:cNvSpPr txBox="1"/>
          <p:nvPr/>
        </p:nvSpPr>
        <p:spPr>
          <a:xfrm>
            <a:off x="6472045" y="2243331"/>
            <a:ext cx="50122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Stemming is fast and simple, but it sometimes </a:t>
            </a:r>
            <a:r>
              <a:rPr lang="en-US" b="1" dirty="0"/>
              <a:t>over-stems</a:t>
            </a:r>
            <a:r>
              <a:rPr lang="en-US" dirty="0"/>
              <a:t> (like </a:t>
            </a:r>
            <a:r>
              <a:rPr lang="en-US" i="1" dirty="0"/>
              <a:t>able → </a:t>
            </a:r>
            <a:r>
              <a:rPr lang="en-US" i="1" dirty="0" err="1"/>
              <a:t>abl</a:t>
            </a:r>
            <a:r>
              <a:rPr lang="en-US" dirty="0"/>
              <a:t> or </a:t>
            </a:r>
            <a:r>
              <a:rPr lang="en-US" i="1" dirty="0"/>
              <a:t>Milky → </a:t>
            </a:r>
            <a:r>
              <a:rPr lang="en-US" i="1" dirty="0" err="1"/>
              <a:t>milki</a:t>
            </a:r>
            <a:r>
              <a:rPr lang="en-US" dirty="0"/>
              <a:t>),</a:t>
            </a:r>
          </a:p>
          <a:p>
            <a:endParaRPr lang="en-US" dirty="0"/>
          </a:p>
          <a:p>
            <a:r>
              <a:rPr lang="en-US" dirty="0"/>
              <a:t>which is why </a:t>
            </a:r>
            <a:r>
              <a:rPr lang="en-US" b="1" dirty="0"/>
              <a:t>lemmatization</a:t>
            </a:r>
            <a:r>
              <a:rPr lang="en-US" dirty="0"/>
              <a:t> is sometimes preferred when accuracy matters.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A0E7B211-DFE7-8CEF-ED18-31216D9967FD}"/>
              </a:ext>
            </a:extLst>
          </p:cNvPr>
          <p:cNvSpPr/>
          <p:nvPr/>
        </p:nvSpPr>
        <p:spPr>
          <a:xfrm>
            <a:off x="4605556" y="5420440"/>
            <a:ext cx="1185644" cy="484632"/>
          </a:xfrm>
          <a:prstGeom prst="rightArrow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dirty="0" err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2183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79AD-AE11-BF68-D1ED-EAB848C8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495864"/>
          </a:xfrm>
        </p:spPr>
        <p:txBody>
          <a:bodyPr/>
          <a:lstStyle/>
          <a:p>
            <a:r>
              <a:rPr lang="en-US" dirty="0"/>
              <a:t>Task 5: Lemmatization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E10DC-FD28-A176-5166-15DB1A8D05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8C75-20EF-6767-50C0-D94E122C0F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11447" y="268224"/>
            <a:ext cx="4981184" cy="5751068"/>
          </a:xfrm>
        </p:spPr>
        <p:txBody>
          <a:bodyPr/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WordNetLemmatizer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Download required data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punkt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('wordnet')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('omw-1.4')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Initialize stemmer and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lemmatizer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stemmer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lemmatizer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WordNetLemmatizer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Example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sentence = "we were able to see the Milky Way"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Tokenize the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tokens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(sentence)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Apply stemming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stemmed = 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stemmer.stem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(word) for word in tokens]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Apply lemmatization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lemmatized = 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lemmatizer.lemmatize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(word) for word in tokens]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Print results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print("Original     :", tokens)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print("Stemmed      :", stemmed)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print("Lemmatized   :", lemmatized)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1884D-DF22-DD9C-45A6-63E7877CF864}"/>
              </a:ext>
            </a:extLst>
          </p:cNvPr>
          <p:cNvSpPr txBox="1"/>
          <p:nvPr/>
        </p:nvSpPr>
        <p:spPr>
          <a:xfrm>
            <a:off x="411273" y="1098383"/>
            <a:ext cx="53799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Lemmatization is the process of finding the </a:t>
            </a:r>
            <a:r>
              <a:rPr lang="en-US" b="1" dirty="0"/>
              <a:t>base or dictionary form</a:t>
            </a:r>
            <a:r>
              <a:rPr lang="en-US" dirty="0"/>
              <a:t> of a word, known as the </a:t>
            </a:r>
            <a:r>
              <a:rPr lang="en-US" b="1" dirty="0"/>
              <a:t>lemma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turns words like </a:t>
            </a:r>
            <a:r>
              <a:rPr lang="en-US" b="1" dirty="0"/>
              <a:t>"running"</a:t>
            </a:r>
            <a:r>
              <a:rPr lang="en-US" dirty="0"/>
              <a:t>, </a:t>
            </a:r>
            <a:r>
              <a:rPr lang="en-US" b="1" dirty="0"/>
              <a:t>"ran"</a:t>
            </a:r>
            <a:r>
              <a:rPr lang="en-US" dirty="0"/>
              <a:t>, or </a:t>
            </a:r>
            <a:r>
              <a:rPr lang="en-US" b="1" dirty="0"/>
              <a:t>"runs"</a:t>
            </a:r>
            <a:r>
              <a:rPr lang="en-US" dirty="0"/>
              <a:t> into </a:t>
            </a:r>
            <a:r>
              <a:rPr lang="en-US" b="1" dirty="0"/>
              <a:t>"run"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lemma is always a real word you’d find in a dictionary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uses </a:t>
            </a:r>
            <a:r>
              <a:rPr lang="en-US" b="1" dirty="0"/>
              <a:t>grammar rules</a:t>
            </a:r>
            <a:r>
              <a:rPr lang="en-US" dirty="0"/>
              <a:t> (like tense, mood, or number) to choose the correct base form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"better" → </a:t>
            </a:r>
            <a:r>
              <a:rPr lang="en-US" b="1" dirty="0"/>
              <a:t>"good"</a:t>
            </a:r>
            <a:r>
              <a:rPr lang="en-US" dirty="0"/>
              <a:t> (because it knows "better" is a comparative form)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3BCBE-49B8-DCC4-EF1A-F7400FCE89EC}"/>
              </a:ext>
            </a:extLst>
          </p:cNvPr>
          <p:cNvSpPr txBox="1"/>
          <p:nvPr/>
        </p:nvSpPr>
        <p:spPr>
          <a:xfrm>
            <a:off x="304800" y="5205619"/>
            <a:ext cx="61001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Original : ['we', 'were', 'able', 'to', 'see', 'the', 'Milky', 'Way’]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Stemmed : ['we', 'were', '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 'to', 'see', 'the', '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milki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', 'way'] Lemmatized : ['we', 'were', 'able', 'to', 'see', 'the', 'Milky', 'Way']</a:t>
            </a:r>
          </a:p>
        </p:txBody>
      </p:sp>
      <p:sp>
        <p:nvSpPr>
          <p:cNvPr id="10" name="U-Turn Arrow 9">
            <a:extLst>
              <a:ext uri="{FF2B5EF4-FFF2-40B4-BE49-F238E27FC236}">
                <a16:creationId xmlns:a16="http://schemas.microsoft.com/office/drawing/2014/main" id="{4D409735-8CB4-1519-FA71-8E23643F9C8F}"/>
              </a:ext>
            </a:extLst>
          </p:cNvPr>
          <p:cNvSpPr/>
          <p:nvPr/>
        </p:nvSpPr>
        <p:spPr>
          <a:xfrm flipH="1" flipV="1">
            <a:off x="4634630" y="5958506"/>
            <a:ext cx="2642992" cy="385446"/>
          </a:xfrm>
          <a:prstGeom prst="uturnArrow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dirty="0" err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41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185E-D33D-3D10-4EC1-DBCEA509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69544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kern="1200" dirty="0">
                <a:latin typeface="+mj-lt"/>
                <a:ea typeface="Arial" charset="0"/>
                <a:cs typeface="Arial" charset="0"/>
              </a:rPr>
              <a:t>Task 6: POS: Part of Speech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CFE07-6EE4-989B-F234-3D771AD6D6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35307"/>
            <a:ext cx="2743200" cy="18288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0BE6F14-FF48-0F4F-A8AA-2E3F25371E4A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F2C6D-A4D2-4D1B-DB58-DC6F07847B03}"/>
              </a:ext>
            </a:extLst>
          </p:cNvPr>
          <p:cNvSpPr txBox="1"/>
          <p:nvPr/>
        </p:nvSpPr>
        <p:spPr>
          <a:xfrm>
            <a:off x="304800" y="1327358"/>
            <a:ext cx="5486400" cy="49168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Every word in English sentences fall into nine major POS types. They are </a:t>
            </a:r>
          </a:p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adjectives, </a:t>
            </a:r>
          </a:p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verbs, </a:t>
            </a:r>
          </a:p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pronouns, </a:t>
            </a:r>
          </a:p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conjunctions, </a:t>
            </a:r>
          </a:p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prepositions, </a:t>
            </a:r>
          </a:p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articles (determiners), </a:t>
            </a:r>
          </a:p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adverbs, </a:t>
            </a:r>
          </a:p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nouns, and </a:t>
            </a:r>
          </a:p>
          <a:p>
            <a:pPr defTabSz="609585">
              <a:lnSpc>
                <a:spcPct val="90000"/>
              </a:lnSpc>
              <a:spcBef>
                <a:spcPts val="1467"/>
              </a:spcBef>
            </a:pPr>
            <a:r>
              <a:rPr lang="en-US" sz="2000" kern="1200">
                <a:effectLst/>
                <a:latin typeface="+mn-lt"/>
                <a:ea typeface="Arial" charset="0"/>
                <a:cs typeface="Arial" charset="0"/>
              </a:rPr>
              <a:t>interjections </a:t>
            </a:r>
            <a:endParaRPr lang="en-US" sz="2000" kern="1200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625848-AAA4-8E58-9A82-5F40A7A6CD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91200" y="1488865"/>
            <a:ext cx="6096000" cy="4755303"/>
          </a:xfrm>
        </p:spPr>
        <p:txBody>
          <a:bodyPr vert="horz" lIns="0" tIns="0" rIns="0" bIns="0" rtlCol="0">
            <a:normAutofit/>
          </a:bodyPr>
          <a:lstStyle/>
          <a:p>
            <a:pPr>
              <a:buFont typeface="Arial"/>
              <a:buNone/>
            </a:pPr>
            <a:r>
              <a:rPr lang="en-US" b="1" dirty="0"/>
              <a:t>Part-of-Speech (POS) Tagging</a:t>
            </a:r>
            <a:r>
              <a:rPr lang="en-US" dirty="0"/>
              <a:t> means labeling each word in a sentence with its role or function. It answers the following questions:</a:t>
            </a:r>
          </a:p>
          <a:p>
            <a:pPr>
              <a:buFont typeface="Arial"/>
              <a:buNone/>
            </a:pPr>
            <a:br>
              <a:rPr lang="en-US" dirty="0"/>
            </a:br>
            <a:r>
              <a:rPr lang="en-US" b="1" dirty="0"/>
              <a:t>What kind of word is this?</a:t>
            </a:r>
            <a:endParaRPr lang="en-US" dirty="0"/>
          </a:p>
          <a:p>
            <a:pPr lvl="2"/>
            <a:r>
              <a:rPr lang="en-US" dirty="0"/>
              <a:t>Is it a </a:t>
            </a:r>
            <a:r>
              <a:rPr lang="en-US" b="1" dirty="0"/>
              <a:t>noun</a:t>
            </a:r>
            <a:r>
              <a:rPr lang="en-US" dirty="0"/>
              <a:t> (thing)?</a:t>
            </a:r>
          </a:p>
          <a:p>
            <a:pPr lvl="2"/>
            <a:r>
              <a:rPr lang="en-US" dirty="0"/>
              <a:t>A </a:t>
            </a:r>
            <a:r>
              <a:rPr lang="en-US" b="1" dirty="0"/>
              <a:t>verb</a:t>
            </a:r>
            <a:r>
              <a:rPr lang="en-US" dirty="0"/>
              <a:t> (action)?</a:t>
            </a:r>
          </a:p>
          <a:p>
            <a:pPr lvl="2"/>
            <a:r>
              <a:rPr lang="en-US" dirty="0"/>
              <a:t>An </a:t>
            </a:r>
            <a:r>
              <a:rPr lang="en-US" b="1" dirty="0"/>
              <a:t>adjective</a:t>
            </a:r>
            <a:r>
              <a:rPr lang="en-US" dirty="0"/>
              <a:t> (description)?</a:t>
            </a:r>
          </a:p>
          <a:p>
            <a:pPr>
              <a:buFont typeface="Arial"/>
              <a:buNone/>
            </a:pPr>
            <a:r>
              <a:rPr lang="en-US" b="1" dirty="0"/>
              <a:t>Example:</a:t>
            </a:r>
            <a:endParaRPr lang="en-US" dirty="0"/>
          </a:p>
          <a:p>
            <a:r>
              <a:rPr lang="en-US" i="1" dirty="0"/>
              <a:t>The quick brown fox jumps over the lazy dog.</a:t>
            </a:r>
            <a:br>
              <a:rPr lang="en-US" dirty="0"/>
            </a:br>
            <a:r>
              <a:rPr lang="en-US" dirty="0"/>
              <a:t>→ “The” = determiner, “fox” = noun, “jumps” = verb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1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5D96-7CF4-69DE-0DC3-5673F27B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POS tagging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59DB6F-B110-38E5-137B-70C025E91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8D69B8-4FD0-425F-F743-92350BFD98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3181" y="1001855"/>
            <a:ext cx="5486400" cy="806189"/>
          </a:xfrm>
        </p:spPr>
        <p:txBody>
          <a:bodyPr/>
          <a:lstStyle/>
          <a:p>
            <a:r>
              <a:rPr lang="en-US" dirty="0"/>
              <a:t>Wow! The excited dog quickly ran across the yard because it saw another cat.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544C45-2159-5DAA-038F-88254ECEF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081240"/>
              </p:ext>
            </p:extLst>
          </p:nvPr>
        </p:nvGraphicFramePr>
        <p:xfrm>
          <a:off x="6757416" y="268224"/>
          <a:ext cx="5130141" cy="5706362"/>
        </p:xfrm>
        <a:graphic>
          <a:graphicData uri="http://schemas.openxmlformats.org/drawingml/2006/table">
            <a:tbl>
              <a:tblPr/>
              <a:tblGrid>
                <a:gridCol w="1092530">
                  <a:extLst>
                    <a:ext uri="{9D8B030D-6E8A-4147-A177-3AD203B41FA5}">
                      <a16:colId xmlns:a16="http://schemas.microsoft.com/office/drawing/2014/main" val="1592588724"/>
                    </a:ext>
                  </a:extLst>
                </a:gridCol>
                <a:gridCol w="1757548">
                  <a:extLst>
                    <a:ext uri="{9D8B030D-6E8A-4147-A177-3AD203B41FA5}">
                      <a16:colId xmlns:a16="http://schemas.microsoft.com/office/drawing/2014/main" val="3528161938"/>
                    </a:ext>
                  </a:extLst>
                </a:gridCol>
                <a:gridCol w="2280063">
                  <a:extLst>
                    <a:ext uri="{9D8B030D-6E8A-4147-A177-3AD203B41FA5}">
                      <a16:colId xmlns:a16="http://schemas.microsoft.com/office/drawing/2014/main" val="3665049515"/>
                    </a:ext>
                  </a:extLst>
                </a:gridCol>
              </a:tblGrid>
              <a:tr h="357661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</a:pPr>
                      <a:r>
                        <a:rPr lang="en-US" sz="1200" b="1" u="sng" dirty="0"/>
                        <a:t>Word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</a:pPr>
                      <a:r>
                        <a:rPr lang="en-US" sz="1200" b="1" u="sng" dirty="0"/>
                        <a:t>Part of Speech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</a:pPr>
                      <a:r>
                        <a:rPr lang="en-US" sz="1200" b="1" u="sng" dirty="0"/>
                        <a:t>Why?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938021"/>
                  </a:ext>
                </a:extLst>
              </a:tr>
              <a:tr h="51662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/>
                        <a:t>Wow</a:t>
                      </a:r>
                      <a:endParaRPr lang="en-US" sz="1200" dirty="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Interjection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Expresses emotion/surprise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518633"/>
                  </a:ext>
                </a:extLst>
              </a:tr>
              <a:tr h="51662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/>
                        <a:t>The</a:t>
                      </a:r>
                      <a:endParaRPr lang="en-US" sz="1200" dirty="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Article (Determiner)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Points to a specific noun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382046"/>
                  </a:ext>
                </a:extLst>
              </a:tr>
              <a:tr h="51662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/>
                        <a:t>excited</a:t>
                      </a:r>
                      <a:endParaRPr lang="en-US" sz="1200" dirty="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Adjective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Describes the noun "dog"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681415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/>
                        <a:t>dog</a:t>
                      </a:r>
                      <a:endParaRPr lang="en-US" sz="120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Noun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Person/place/thing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268170"/>
                  </a:ext>
                </a:extLst>
              </a:tr>
              <a:tr h="51662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/>
                        <a:t>quickly</a:t>
                      </a:r>
                      <a:endParaRPr lang="en-US" sz="120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Adverb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Describes how the dog ran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591783"/>
                  </a:ext>
                </a:extLst>
              </a:tr>
              <a:tr h="303722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/>
                        <a:t>ran</a:t>
                      </a:r>
                      <a:endParaRPr lang="en-US" sz="120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Verb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Action word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145275"/>
                  </a:ext>
                </a:extLst>
              </a:tr>
              <a:tr h="42260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/>
                        <a:t>across</a:t>
                      </a:r>
                      <a:endParaRPr lang="en-US" sz="120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Preposition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Shows relationship (direction)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5291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/>
                        <a:t>the</a:t>
                      </a:r>
                      <a:endParaRPr lang="en-US" sz="1200" dirty="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Article (Determiner)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Again points to a specific noun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314993"/>
                  </a:ext>
                </a:extLst>
              </a:tr>
              <a:tr h="198700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/>
                        <a:t>yard</a:t>
                      </a:r>
                      <a:endParaRPr lang="en-US" sz="120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Noun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Place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474001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/>
                        <a:t>because</a:t>
                      </a:r>
                      <a:endParaRPr lang="en-US" sz="120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Conjunction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Connects clauses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564489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/>
                        <a:t>it</a:t>
                      </a:r>
                      <a:endParaRPr lang="en-US" sz="120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/>
                        <a:t>Pronoun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Replaces "dog"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84611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/>
                        <a:t>saw</a:t>
                      </a:r>
                      <a:endParaRPr lang="en-US" sz="120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/>
                        <a:t>Verb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Action (past tense)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394209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 dirty="0"/>
                        <a:t>another</a:t>
                      </a:r>
                      <a:endParaRPr lang="en-US" sz="1200" dirty="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/>
                        <a:t>Adjective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Describes "cat"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525678"/>
                  </a:ext>
                </a:extLst>
              </a:tr>
              <a:tr h="198700"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b="1"/>
                        <a:t>cat</a:t>
                      </a:r>
                      <a:endParaRPr lang="en-US" sz="1200"/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/>
                        <a:t>Noun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sz="1200" dirty="0"/>
                        <a:t>Thing</a:t>
                      </a:r>
                    </a:p>
                  </a:txBody>
                  <a:tcPr marL="39740" marR="39740" marT="19870" marB="198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89863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E8E98F4-F634-D6FF-B4DD-793BE7C66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68" y="1956375"/>
            <a:ext cx="5486400" cy="433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12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7C4F-6CDE-DA6E-D975-A647124A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POS Tagging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F2B49C-4B76-2106-A772-5E7C73AF3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19941-2E5C-CA38-DF7E-3C49E55C7F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4768241" cy="4714310"/>
          </a:xfrm>
        </p:spPr>
        <p:txBody>
          <a:bodyPr/>
          <a:lstStyle/>
          <a:p>
            <a:r>
              <a:rPr lang="en-US" dirty="0"/>
              <a:t>Run this code in Anaconda:</a:t>
            </a:r>
          </a:p>
          <a:p>
            <a:endParaRPr lang="en-US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pos_tag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Download necessary data (only the first time)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punkt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averaged_perceptron_tagger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Sample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sentence = "Wow! The excited dog quickly ran across the yard because it saw another cat."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Step 1: Tokenize the sentence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tokens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(sentence)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Step 2: POS tagging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tagged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pos_tag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(tokens)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Output results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print("POS Tagging Results:")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for word, tag in tagged: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print(f"{word:10} -&gt; {tag}")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3BAB1-97C9-8470-79DC-66594FC1CD6B}"/>
              </a:ext>
            </a:extLst>
          </p:cNvPr>
          <p:cNvSpPr txBox="1"/>
          <p:nvPr/>
        </p:nvSpPr>
        <p:spPr>
          <a:xfrm>
            <a:off x="9144000" y="2147595"/>
            <a:ext cx="2743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You’ll see tags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NN – Noun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VB – Verb (base)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VBD – Verb (past tense)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JJ – Adjective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RB – Adverb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DT – Determiner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– Preposition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PRP – Pronoun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UH – Interjection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CC – Conjunction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0CA274-30A0-E740-E4C8-99629BE4D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173005"/>
            <a:ext cx="1917700" cy="336550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4EDB338B-C3B6-3D01-CA46-7A7AA98AE557}"/>
              </a:ext>
            </a:extLst>
          </p:cNvPr>
          <p:cNvSpPr/>
          <p:nvPr/>
        </p:nvSpPr>
        <p:spPr>
          <a:xfrm>
            <a:off x="4170478" y="4283902"/>
            <a:ext cx="978408" cy="484632"/>
          </a:xfrm>
          <a:prstGeom prst="rightArrow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dirty="0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8AFCA5F-D00C-FF2B-9E16-66561A5681AC}"/>
              </a:ext>
            </a:extLst>
          </p:cNvPr>
          <p:cNvSpPr/>
          <p:nvPr/>
        </p:nvSpPr>
        <p:spPr>
          <a:xfrm>
            <a:off x="7862010" y="4169428"/>
            <a:ext cx="978408" cy="484632"/>
          </a:xfrm>
          <a:prstGeom prst="rightArrow">
            <a:avLst/>
          </a:prstGeom>
          <a:solidFill>
            <a:schemeClr val="accent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dirty="0" err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555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9438-D33E-CB6D-DF2D-4A9CFC2B2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68224"/>
            <a:ext cx="7473538" cy="1140968"/>
          </a:xfrm>
        </p:spPr>
        <p:txBody>
          <a:bodyPr/>
          <a:lstStyle/>
          <a:p>
            <a:r>
              <a:rPr lang="en-US" dirty="0"/>
              <a:t>Task 7: Named Entity Recognition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315E28-5EE8-46E9-0E03-28467D5E2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D5CD5-445B-C4FC-55D1-63030F3E13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0" y="1498600"/>
            <a:ext cx="5194126" cy="4779264"/>
          </a:xfrm>
        </p:spPr>
        <p:txBody>
          <a:bodyPr/>
          <a:lstStyle/>
          <a:p>
            <a:pPr>
              <a:buNone/>
            </a:pPr>
            <a:r>
              <a:rPr lang="en-US" dirty="0"/>
              <a:t>What is Named Entity Recognition (NER)?</a:t>
            </a:r>
          </a:p>
          <a:p>
            <a:pPr>
              <a:buNone/>
            </a:pPr>
            <a:r>
              <a:rPr lang="en-US" dirty="0"/>
              <a:t>Named Entity Recognition (NER) is a process in NLP where we identify and classify proper nouns in a sentence into predefined categories, such as: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🧑 Person (e.g., "Barack Obama")</a:t>
            </a:r>
          </a:p>
          <a:p>
            <a:r>
              <a:rPr lang="en-US" dirty="0"/>
              <a:t>🏙️ Location (e.g., "New York")</a:t>
            </a:r>
          </a:p>
          <a:p>
            <a:r>
              <a:rPr lang="en-US" dirty="0"/>
              <a:t>🏢 Organization (e.g., "Google")</a:t>
            </a:r>
          </a:p>
          <a:p>
            <a:r>
              <a:rPr lang="en-US" dirty="0"/>
              <a:t>📅 Date/Time (e.g., "January 1st", "next week")</a:t>
            </a:r>
          </a:p>
          <a:p>
            <a:r>
              <a:rPr lang="en-US" dirty="0"/>
              <a:t>💲 Money/Percentage (e.g., "$1,000", "20%")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29E7B-BBC4-28D2-0B2C-57C9E1837F3D}"/>
              </a:ext>
            </a:extLst>
          </p:cNvPr>
          <p:cNvSpPr txBox="1"/>
          <p:nvPr/>
        </p:nvSpPr>
        <p:spPr>
          <a:xfrm>
            <a:off x="5880971" y="1498600"/>
            <a:ext cx="61001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Why is NER Important?</a:t>
            </a:r>
          </a:p>
          <a:p>
            <a:pPr>
              <a:buNone/>
            </a:pPr>
            <a:r>
              <a:rPr lang="en-US" dirty="0"/>
              <a:t>NER helps machines understand real-world entities in text, making it essential for: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✉️ Email filtering</a:t>
            </a:r>
          </a:p>
          <a:p>
            <a:r>
              <a:rPr lang="en-US" dirty="0"/>
              <a:t>📰 News categorization</a:t>
            </a:r>
          </a:p>
          <a:p>
            <a:r>
              <a:rPr lang="en-US" dirty="0"/>
              <a:t>🏛️ Legal and medical document analysis</a:t>
            </a:r>
          </a:p>
          <a:p>
            <a:r>
              <a:rPr lang="en-US" dirty="0"/>
              <a:t>💬 Chatbots and digital assistants</a:t>
            </a:r>
          </a:p>
          <a:p>
            <a:r>
              <a:rPr lang="en-US" dirty="0"/>
              <a:t>📊 Search engines and summarization tools</a:t>
            </a:r>
          </a:p>
          <a:p>
            <a:endParaRPr lang="en-US" dirty="0"/>
          </a:p>
          <a:p>
            <a:r>
              <a:rPr lang="en-US" dirty="0"/>
              <a:t>It’s how a computer knows that "Amazon" is a company, not just a forest.</a:t>
            </a:r>
          </a:p>
        </p:txBody>
      </p:sp>
    </p:spTree>
    <p:extLst>
      <p:ext uri="{BB962C8B-B14F-4D97-AF65-F5344CB8AC3E}">
        <p14:creationId xmlns:p14="http://schemas.microsoft.com/office/powerpoint/2010/main" val="1621447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17F8-FA3E-5FA3-113D-F5F0B3AD5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68224"/>
            <a:ext cx="11036135" cy="1560576"/>
          </a:xfrm>
        </p:spPr>
        <p:txBody>
          <a:bodyPr/>
          <a:lstStyle/>
          <a:p>
            <a:r>
              <a:rPr lang="en-US" dirty="0"/>
              <a:t>Task 8 - Custom Text Preprocessing (Tokenization + </a:t>
            </a:r>
            <a:r>
              <a:rPr lang="en-US" dirty="0" err="1"/>
              <a:t>Stopword</a:t>
            </a:r>
            <a:r>
              <a:rPr lang="en-US" dirty="0"/>
              <a:t> Removal + Lemmatization)</a:t>
            </a:r>
            <a:br>
              <a:rPr lang="en-US" dirty="0"/>
            </a:br>
            <a:br>
              <a:rPr lang="en-US" dirty="0"/>
            </a:br>
            <a:r>
              <a:rPr lang="en-US" sz="2000" dirty="0"/>
              <a:t>This exercise is provided by Suman Attri, SPU 2026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0E41DE-2727-D258-BB50-E782AEF6F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7DF7D-AE1E-B39C-C3D7-552F155EB9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7566" y="2152686"/>
            <a:ext cx="11582400" cy="3958734"/>
          </a:xfrm>
        </p:spPr>
        <p:txBody>
          <a:bodyPr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string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nltk.tokenize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nltk.corpus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wordnet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nltk.stem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WordNetLemmatizer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Download necessary NLTK data (only first time)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punkt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('wordnet')</a:t>
            </a: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averaged_perceptron_tagger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Helper function to map NLTK POS tags to WordNet POS tags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get_wordnet_pos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treebank_tag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treebank_tag.startswith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('J'):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wordnet.ADJ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treebank_tag.startswith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('V'):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wordnet.VERB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treebank_tag.startswith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('N'):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wordnet.NOUN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treebank_tag.startswith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('R'):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wordnet.ADV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wordnet.NOUN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# default to noun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continue with copy/pasting the following code from the next page…</a:t>
            </a:r>
          </a:p>
        </p:txBody>
      </p:sp>
    </p:spTree>
    <p:extLst>
      <p:ext uri="{BB962C8B-B14F-4D97-AF65-F5344CB8AC3E}">
        <p14:creationId xmlns:p14="http://schemas.microsoft.com/office/powerpoint/2010/main" val="2393866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D8C61-4F89-3798-38D5-06703B10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68224"/>
            <a:ext cx="5486400" cy="606419"/>
          </a:xfrm>
        </p:spPr>
        <p:txBody>
          <a:bodyPr/>
          <a:lstStyle/>
          <a:p>
            <a:r>
              <a:rPr lang="en-US" dirty="0"/>
              <a:t>Continues form previous page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257FDC-1688-ECFA-5051-7FA515FE3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99C46-B10D-9099-C020-1DA3EF98BB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Tokenize function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def tokenize(text,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remove_stopwords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=True, normalize='lemmatize'):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# Lowercase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text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text.lower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# Tokenize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tokens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(text)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# Remove punctuation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tokens = [w for word in tokens for w in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word.strip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string.punctuation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).split()]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# Remove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remove_stopwords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set(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stopwords.words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'))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tokens = [w for w in tokens if w not in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# Lemmatize or stem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normalize == 'lemmatize':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lemmatizer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WordNetLemmatizer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tagged_tokens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nltk.pos_tag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(tokens)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tokens = [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lemmatizer.lemmatize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(word,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get_wordnet_pos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(pos)) 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for word, pos in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tagged_tokens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tokens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Test sentence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sentence = "The children were running faster and performed better while studying different programming languages"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cleaned_sentence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tokenize(sentence,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remove_stopwords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=True, normalize='lemmatize')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cleaned_sentence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153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58560" y="6372939"/>
            <a:ext cx="371881" cy="24971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0" indent="0" algn="r" defTabSz="623360" rtl="0" eaLnBrk="1" fontAlgn="auto" latinLnBrk="0" hangingPunct="1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7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pPr marL="0" marR="0" lvl="0" indent="0" algn="r" defTabSz="623360" rtl="0" eaLnBrk="1" fontAlgn="auto" latinLnBrk="0" hangingPunct="1">
                <a:lnSpc>
                  <a:spcPts val="1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75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DD133635-C76E-B944-B1B8-19E5DED2801A}"/>
              </a:ext>
            </a:extLst>
          </p:cNvPr>
          <p:cNvSpPr txBox="1">
            <a:spLocks/>
          </p:cNvSpPr>
          <p:nvPr/>
        </p:nvSpPr>
        <p:spPr>
          <a:xfrm>
            <a:off x="564365" y="1833946"/>
            <a:ext cx="6917089" cy="13709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2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pPr marL="742950" marR="0" lvl="0" indent="-7429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IBM Plex Sans ExtraLight" panose="020B0303050203000203" pitchFamily="34" charset="77"/>
                <a:ea typeface="+mn-ea"/>
                <a:cs typeface="Arial" charset="0"/>
              </a:rPr>
              <a:t>NLP </a:t>
            </a:r>
            <a:r>
              <a:rPr lang="en-US" sz="2800" b="0" dirty="0">
                <a:solidFill>
                  <a:srgbClr val="000000">
                    <a:lumMod val="50000"/>
                    <a:lumOff val="50000"/>
                  </a:srgbClr>
                </a:solidFill>
                <a:latin typeface="IBM Plex Sans ExtraLight" panose="020B0303050203000203" pitchFamily="34" charset="77"/>
                <a:ea typeface="+mn-ea"/>
              </a:rPr>
              <a:t>Overview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IBM Plex Sans ExtraLight" panose="020B0303050203000203" pitchFamily="34" charset="77"/>
              <a:ea typeface="+mn-ea"/>
              <a:cs typeface="Arial" charset="0"/>
            </a:endParaRPr>
          </a:p>
          <a:p>
            <a:pPr marL="742950" lvl="0" indent="-742950" defTabSz="9144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b="0" dirty="0">
                <a:solidFill>
                  <a:srgbClr val="000000">
                    <a:lumMod val="50000"/>
                    <a:lumOff val="50000"/>
                  </a:srgbClr>
                </a:solidFill>
                <a:latin typeface="IBM Plex Sans ExtraLight" panose="020B0303050203000203" pitchFamily="34" charset="77"/>
              </a:rPr>
              <a:t>Virtual Agents Overview</a:t>
            </a:r>
          </a:p>
          <a:p>
            <a:pPr marL="742950" indent="-742950" defTabSz="9144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800" b="0" dirty="0">
                <a:solidFill>
                  <a:srgbClr val="000000">
                    <a:lumMod val="50000"/>
                    <a:lumOff val="50000"/>
                  </a:srgbClr>
                </a:solidFill>
                <a:latin typeface="IBM Plex Sans ExtraLight" panose="020B0303050203000203" pitchFamily="34" charset="77"/>
              </a:rPr>
              <a:t>IBM Project Debater</a:t>
            </a:r>
          </a:p>
          <a:p>
            <a:pPr marL="742950" lvl="0" indent="-742950" defTabSz="9144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3600" b="0" dirty="0">
                <a:solidFill>
                  <a:srgbClr val="FFFFFF"/>
                </a:solidFill>
                <a:latin typeface="IBM Plex Sans Text" panose="020B0503050203000203" pitchFamily="34" charset="77"/>
                <a:ea typeface="+mn-ea"/>
              </a:rPr>
              <a:t>Resources</a:t>
            </a: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269E010C-2AD0-AD47-B3BF-21D6F80B665C}"/>
              </a:ext>
            </a:extLst>
          </p:cNvPr>
          <p:cNvSpPr/>
          <p:nvPr/>
        </p:nvSpPr>
        <p:spPr bwMode="auto">
          <a:xfrm rot="5400000">
            <a:off x="-110985" y="4567116"/>
            <a:ext cx="548488" cy="293594"/>
          </a:xfrm>
          <a:prstGeom prst="triangle">
            <a:avLst/>
          </a:prstGeom>
          <a:solidFill>
            <a:srgbClr val="5C5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HelvNeue Light for IBM" pitchFamily="34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1BC1DB-8981-EC44-8568-58585DF35346}"/>
              </a:ext>
            </a:extLst>
          </p:cNvPr>
          <p:cNvSpPr/>
          <p:nvPr/>
        </p:nvSpPr>
        <p:spPr>
          <a:xfrm>
            <a:off x="444500" y="454276"/>
            <a:ext cx="7466473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30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IBM Plex Sans Text" panose="020B0503050203000203" pitchFamily="34" charset="77"/>
                <a:ea typeface="+mn-ea"/>
                <a:cs typeface="Arial" charset="0"/>
              </a:rPr>
              <a:t>LECTURE 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30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IBM Plex Sans ExtraLight" panose="020B0303050203000203" pitchFamily="34" charset="77"/>
                <a:ea typeface="+mn-ea"/>
                <a:cs typeface="Arial" charset="0"/>
              </a:rPr>
              <a:t>Natural Language Processing and Virtual Agents</a:t>
            </a:r>
            <a:endParaRPr kumimoji="0" lang="en-US" sz="1600" b="0" i="0" u="none" strike="noStrike" kern="1200" cap="none" spc="30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IBM Plex Sans ExtraLight" panose="020B0303050203000203" pitchFamily="34" charset="77"/>
              <a:ea typeface="+mn-ea"/>
              <a:cs typeface="+mn-cs"/>
            </a:endParaRPr>
          </a:p>
        </p:txBody>
      </p:sp>
      <p:pic>
        <p:nvPicPr>
          <p:cNvPr id="3" name="Picture 2" descr="NLP animated tag word cloud;text design animation kinetic typography  seamless loop.">
            <a:extLst>
              <a:ext uri="{FF2B5EF4-FFF2-40B4-BE49-F238E27FC236}">
                <a16:creationId xmlns:a16="http://schemas.microsoft.com/office/drawing/2014/main" id="{5DD81EFC-2E5E-4C40-284F-1B26240F7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814708" y="1497169"/>
            <a:ext cx="6857999" cy="386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93874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C17A8-DF76-CE46-8751-83BD3ECA17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CDC912-7B3A-2946-B7EE-9192B25CC43F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cs typeface="Arial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6EA5129-D46F-9445-A938-6F889683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IBM Plex Sans" panose="020B0503050203000203" pitchFamily="34" charset="0"/>
                <a:cs typeface="Helvetica" panose="020B0604020202020204" pitchFamily="34" charset="0"/>
              </a:rPr>
              <a:t>Resources</a:t>
            </a:r>
            <a:endParaRPr lang="en-US" sz="3000" dirty="0">
              <a:latin typeface="IBM Plex Sans" panose="020B0503050203000203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32C98562-4545-D341-8712-5620E9FC93C0}"/>
              </a:ext>
            </a:extLst>
          </p:cNvPr>
          <p:cNvSpPr txBox="1">
            <a:spLocks/>
          </p:cNvSpPr>
          <p:nvPr/>
        </p:nvSpPr>
        <p:spPr>
          <a:xfrm>
            <a:off x="9144000" y="6435307"/>
            <a:ext cx="2743200" cy="18288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sz="600" kern="1200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BE6F14-FF48-0F4F-A8AA-2E3F25371E4A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cs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DFC9F-5317-BF4A-AE6C-3282F6C63315}"/>
              </a:ext>
            </a:extLst>
          </p:cNvPr>
          <p:cNvSpPr/>
          <p:nvPr/>
        </p:nvSpPr>
        <p:spPr>
          <a:xfrm>
            <a:off x="206048" y="1272560"/>
            <a:ext cx="11681151" cy="6190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342900" algn="l"/>
              </a:tabLst>
              <a:defRPr/>
            </a:pPr>
            <a:endParaRPr lang="en-US" sz="1500" spc="-5" dirty="0">
              <a:solidFill>
                <a:srgbClr val="000000"/>
              </a:solidFill>
              <a:latin typeface="IBM Plex Sans Light" panose="020B0403050203000203" pitchFamily="34" charset="77"/>
            </a:endParaRPr>
          </a:p>
          <a:p>
            <a:pPr marL="355600" marR="5080" indent="-342900">
              <a:buFont typeface="+mj-lt"/>
              <a:buAutoNum type="arabicPeriod"/>
              <a:tabLst>
                <a:tab pos="342900" algn="l"/>
              </a:tabLst>
              <a:defRPr/>
            </a:pPr>
            <a:r>
              <a:rPr lang="en-US" sz="1500" spc="-5" dirty="0">
                <a:solidFill>
                  <a:srgbClr val="000000"/>
                </a:solidFill>
                <a:latin typeface="IBM Plex Sans Light" panose="020B0403050203000203" pitchFamily="34" charset="77"/>
              </a:rPr>
              <a:t>Beginner Guide to Natural Language Processing</a:t>
            </a:r>
            <a:br>
              <a:rPr lang="en-US" sz="1500" spc="-5" dirty="0">
                <a:solidFill>
                  <a:srgbClr val="000000"/>
                </a:solidFill>
                <a:latin typeface="IBM Plex Sans Light" panose="020B0403050203000203" pitchFamily="34" charset="77"/>
              </a:rPr>
            </a:br>
            <a:r>
              <a:rPr lang="en-US" sz="1500" spc="-5" dirty="0">
                <a:solidFill>
                  <a:srgbClr val="000000"/>
                </a:solidFill>
                <a:latin typeface="IBM Plex Sans Light" panose="020B0403050203000203" pitchFamily="34" charset="77"/>
                <a:hlinkClick r:id="rId3"/>
              </a:rPr>
              <a:t>https://developer.ibm.com/articles/a-beginners-guide-to-natural-language-processing/</a:t>
            </a:r>
            <a:endParaRPr lang="en-US" sz="1500" spc="-5" dirty="0">
              <a:solidFill>
                <a:srgbClr val="000000"/>
              </a:solidFill>
              <a:latin typeface="IBM Plex Sans Light" panose="020B0403050203000203" pitchFamily="34" charset="77"/>
            </a:endParaRPr>
          </a:p>
          <a:p>
            <a:pPr marL="355600" marR="5080" indent="-342900">
              <a:buFont typeface="+mj-lt"/>
              <a:buAutoNum type="arabicPeriod"/>
              <a:tabLst>
                <a:tab pos="342900" algn="l"/>
              </a:tabLst>
              <a:defRPr/>
            </a:pPr>
            <a:endParaRPr kumimoji="0" lang="en-US" sz="15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+mn-cs"/>
            </a:endParaRPr>
          </a:p>
          <a:p>
            <a:pPr marL="355600" marR="5080" indent="-342900">
              <a:buFont typeface="+mj-lt"/>
              <a:buAutoNum type="arabicPeriod"/>
              <a:tabLst>
                <a:tab pos="342900" algn="l"/>
              </a:tabLst>
              <a:defRPr/>
            </a:pPr>
            <a:r>
              <a:rPr lang="en-US" sz="1500" spc="-5" dirty="0">
                <a:solidFill>
                  <a:srgbClr val="000000"/>
                </a:solidFill>
                <a:latin typeface="IBM Plex Sans Light" panose="020B0403050203000203" pitchFamily="34" charset="77"/>
              </a:rPr>
              <a:t>IBM Project Debater</a:t>
            </a:r>
          </a:p>
          <a:p>
            <a:pPr marL="469900" marR="5080" lvl="1">
              <a:tabLst>
                <a:tab pos="342900" algn="l"/>
              </a:tabLst>
              <a:defRPr/>
            </a:pPr>
            <a:r>
              <a:rPr kumimoji="0" lang="en-US" sz="15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403050203000203" pitchFamily="34" charset="77"/>
                <a:ea typeface="+mn-ea"/>
                <a:cs typeface="+mn-cs"/>
                <a:hlinkClick r:id="rId4"/>
              </a:rPr>
              <a:t>https://youtu.be/3_yy0dnIc58</a:t>
            </a:r>
            <a:endParaRPr kumimoji="0" lang="en-US" sz="15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+mn-cs"/>
            </a:endParaRPr>
          </a:p>
          <a:p>
            <a:pPr marL="355600" marR="5080" indent="-342900">
              <a:buFont typeface="+mj-lt"/>
              <a:buAutoNum type="arabicPeriod"/>
              <a:tabLst>
                <a:tab pos="342900" algn="l"/>
              </a:tabLst>
              <a:defRPr/>
            </a:pPr>
            <a:endParaRPr kumimoji="0" lang="en-US" sz="15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+mn-cs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800" dirty="0">
                <a:solidFill>
                  <a:srgbClr val="0F0F0F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NLP (Natural Language Processing)?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u="sng" kern="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https://www.youtube.com/watch?v=fLvJ8VdHLA0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800" dirty="0">
                <a:solidFill>
                  <a:srgbClr val="0F0F0F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NLP vs NLU vs NLG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https://www.youtube.com/watch?v=1I6bQ12VxV0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800" dirty="0">
                <a:solidFill>
                  <a:srgbClr val="0F0F0F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History of Natural Language Processing (NLP)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7"/>
              </a:rPr>
              <a:t>https://www.youtube.com/watch?v=Uuz8ZTV5vdA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800" dirty="0">
                <a:solidFill>
                  <a:srgbClr val="0F0F0F"/>
                </a:solidFill>
                <a:effectLst/>
                <a:latin typeface="Roboto" panose="020000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Natural Language Processing (NLP)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8"/>
              </a:rPr>
              <a:t>https://www.youtube.com/watch?v=oxzhX_XaEI8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342900" algn="l"/>
              </a:tabLst>
              <a:defRPr/>
            </a:pPr>
            <a:endParaRPr kumimoji="0" lang="en-US" sz="15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+mn-cs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342900" algn="l"/>
              </a:tabLst>
              <a:defRPr/>
            </a:pPr>
            <a:endParaRPr kumimoji="0" lang="en-US" sz="15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+mn-cs"/>
            </a:endParaRPr>
          </a:p>
          <a:p>
            <a:pPr marL="12700" marR="508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342900" algn="l"/>
              </a:tabLst>
              <a:defRPr/>
            </a:pPr>
            <a:endParaRPr kumimoji="0" lang="en-US" sz="15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40305020300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105509"/>
      </p:ext>
    </p:extLst>
  </p:cSld>
  <p:clrMapOvr>
    <a:masterClrMapping/>
  </p:clrMapOvr>
</p:sld>
</file>

<file path=ppt/theme/theme1.xml><?xml version="1.0" encoding="utf-8"?>
<a:theme xmlns:a="http://schemas.openxmlformats.org/drawingml/2006/main" name="blk_background_2017">
  <a:themeElements>
    <a:clrScheme name="Custom 34">
      <a:dk1>
        <a:srgbClr val="000000"/>
      </a:dk1>
      <a:lt1>
        <a:srgbClr val="031973"/>
      </a:lt1>
      <a:dk2>
        <a:srgbClr val="F3F3F3"/>
      </a:dk2>
      <a:lt2>
        <a:srgbClr val="FFFFFF"/>
      </a:lt2>
      <a:accent1>
        <a:srgbClr val="6BA5FF"/>
      </a:accent1>
      <a:accent2>
        <a:srgbClr val="0F6DFF"/>
      </a:accent2>
      <a:accent3>
        <a:srgbClr val="0549DA"/>
      </a:accent3>
      <a:accent4>
        <a:srgbClr val="0DB5B3"/>
      </a:accent4>
      <a:accent5>
        <a:srgbClr val="4F2096"/>
      </a:accent5>
      <a:accent6>
        <a:srgbClr val="914BFA"/>
      </a:accent6>
      <a:hlink>
        <a:srgbClr val="0F6DFF"/>
      </a:hlink>
      <a:folHlink>
        <a:srgbClr val="D8D8D8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 template" id="{5B6D6A31-F1E5-E349-8D2D-3F8C2670A323}" vid="{E75D005A-68B5-7A42-BA64-F255465F8AB0}"/>
    </a:ext>
  </a:extLst>
</a:theme>
</file>

<file path=ppt/theme/theme2.xml><?xml version="1.0" encoding="utf-8"?>
<a:theme xmlns:a="http://schemas.openxmlformats.org/drawingml/2006/main" name="dk_blu_background_2017">
  <a:themeElements>
    <a:clrScheme name="Custom 35">
      <a:dk1>
        <a:srgbClr val="000000"/>
      </a:dk1>
      <a:lt1>
        <a:srgbClr val="0530AD"/>
      </a:lt1>
      <a:dk2>
        <a:srgbClr val="F3F3F3"/>
      </a:dk2>
      <a:lt2>
        <a:srgbClr val="FFFFFF"/>
      </a:lt2>
      <a:accent1>
        <a:srgbClr val="97C1FF"/>
      </a:accent1>
      <a:accent2>
        <a:srgbClr val="0F6DFF"/>
      </a:accent2>
      <a:accent3>
        <a:srgbClr val="141140"/>
      </a:accent3>
      <a:accent4>
        <a:srgbClr val="0DB5B3"/>
      </a:accent4>
      <a:accent5>
        <a:srgbClr val="4F2096"/>
      </a:accent5>
      <a:accent6>
        <a:srgbClr val="914BFA"/>
      </a:accent6>
      <a:hlink>
        <a:srgbClr val="3C8AFF"/>
      </a:hlink>
      <a:folHlink>
        <a:srgbClr val="D8D8D8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 template" id="{5B6D6A31-F1E5-E349-8D2D-3F8C2670A323}" vid="{4EE8761C-1FA9-684E-89EC-62B7C6105829}"/>
    </a:ext>
  </a:extLst>
</a:theme>
</file>

<file path=ppt/theme/theme3.xml><?xml version="1.0" encoding="utf-8"?>
<a:theme xmlns:a="http://schemas.openxmlformats.org/drawingml/2006/main" name="wht_background_2017">
  <a:themeElements>
    <a:clrScheme name="Custom 28">
      <a:dk1>
        <a:srgbClr val="000000"/>
      </a:dk1>
      <a:lt1>
        <a:srgbClr val="141140"/>
      </a:lt1>
      <a:dk2>
        <a:srgbClr val="F3F3F3"/>
      </a:dk2>
      <a:lt2>
        <a:srgbClr val="FFFFFF"/>
      </a:lt2>
      <a:accent1>
        <a:srgbClr val="6BA5FF"/>
      </a:accent1>
      <a:accent2>
        <a:srgbClr val="0F6DFF"/>
      </a:accent2>
      <a:accent3>
        <a:srgbClr val="0530AD"/>
      </a:accent3>
      <a:accent4>
        <a:srgbClr val="0DB5B3"/>
      </a:accent4>
      <a:accent5>
        <a:srgbClr val="4F2096"/>
      </a:accent5>
      <a:accent6>
        <a:srgbClr val="914BFA"/>
      </a:accent6>
      <a:hlink>
        <a:srgbClr val="0549DA"/>
      </a:hlink>
      <a:folHlink>
        <a:srgbClr val="D8D8D8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 template" id="{5B6D6A31-F1E5-E349-8D2D-3F8C2670A323}" vid="{D4B88B9D-03EB-CF4D-8201-221905AC4F9C}"/>
    </a:ext>
  </a:extLst>
</a:theme>
</file>

<file path=ppt/theme/theme4.xml><?xml version="1.0" encoding="utf-8"?>
<a:theme xmlns:a="http://schemas.openxmlformats.org/drawingml/2006/main" name="3_IBM BxD 2018 black background">
  <a:themeElements>
    <a:clrScheme name="IBM BxD palette 2018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767676"/>
      </a:accent1>
      <a:accent2>
        <a:srgbClr val="0F6FFF"/>
      </a:accent2>
      <a:accent3>
        <a:srgbClr val="D7306D"/>
      </a:accent3>
      <a:accent4>
        <a:srgbClr val="924CFC"/>
      </a:accent4>
      <a:accent5>
        <a:srgbClr val="008381"/>
      </a:accent5>
      <a:accent6>
        <a:srgbClr val="6E757C"/>
      </a:accent6>
      <a:hlink>
        <a:srgbClr val="0F6FFF"/>
      </a:hlink>
      <a:folHlink>
        <a:srgbClr val="6EA6FF"/>
      </a:folHlink>
    </a:clrScheme>
    <a:fontScheme name="IBM Plex">
      <a:majorFont>
        <a:latin typeface="IBM Plex Sans SemiBold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HelvNeue Light for IBM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4F0027"/>
    </a:custClr>
    <a:custClr name="Magenta 80">
      <a:srgbClr val="760A3A"/>
    </a:custClr>
    <a:custClr name="Magenta 70">
      <a:srgbClr val="A11950"/>
    </a:custClr>
    <a:custClr name="Magenta 60">
      <a:srgbClr val="D7306D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21260"/>
    </a:custClr>
    <a:custClr name="Purple 80">
      <a:srgbClr val="4F2196"/>
    </a:custClr>
    <a:custClr name="Purple 70">
      <a:srgbClr val="6E32C9"/>
    </a:custClr>
    <a:custClr name="Purple 60">
      <a:srgbClr val="924CFC"/>
    </a:custClr>
    <a:custClr name="Purple 50">
      <a:srgbClr val="A970FF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51B75"/>
    </a:custClr>
    <a:custClr name="Blue 80">
      <a:srgbClr val="0530AD"/>
    </a:custClr>
    <a:custClr name="Blue 70">
      <a:srgbClr val="054ADA"/>
    </a:custClr>
    <a:custClr name="Blue 60">
      <a:srgbClr val="0F6FFF"/>
    </a:custClr>
    <a:custClr name="Blue 50">
      <a:srgbClr val="418CFF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2B30"/>
    </a:custClr>
    <a:custClr name="Teal 80">
      <a:srgbClr val="004548"/>
    </a:custClr>
    <a:custClr name="Teal 70">
      <a:srgbClr val="006161"/>
    </a:custClr>
    <a:custClr name="Teal 60">
      <a:srgbClr val="008381"/>
    </a:custClr>
    <a:custClr name="Teal 50">
      <a:srgbClr val="009E9A"/>
    </a:custClr>
    <a:custClr name="Teal 40">
      <a:srgbClr val="00BAB6"/>
    </a:custClr>
    <a:custClr name="Teal 30">
      <a:srgbClr val="20D5D2"/>
    </a:custClr>
    <a:custClr name="Teal 20">
      <a:srgbClr val="87EDED"/>
    </a:custClr>
    <a:custClr name="Teal 10">
      <a:srgbClr val="DBFBFB"/>
    </a:custClr>
    <a:custClr name="Gray 100">
      <a:srgbClr val="171717"/>
    </a:custClr>
    <a:custClr name="Gray 90">
      <a:srgbClr val="252525"/>
    </a:custClr>
    <a:custClr name="Gray 80">
      <a:srgbClr val="3D3D3D"/>
    </a:custClr>
    <a:custClr name="Gray 70">
      <a:srgbClr val="565656"/>
    </a:custClr>
    <a:custClr name="Gray 60">
      <a:srgbClr val="767676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5.xml><?xml version="1.0" encoding="utf-8"?>
<a:theme xmlns:a="http://schemas.openxmlformats.org/drawingml/2006/main" name="1_wht_background_2017">
  <a:themeElements>
    <a:clrScheme name="Custom 28">
      <a:dk1>
        <a:srgbClr val="000000"/>
      </a:dk1>
      <a:lt1>
        <a:srgbClr val="141140"/>
      </a:lt1>
      <a:dk2>
        <a:srgbClr val="F3F3F3"/>
      </a:dk2>
      <a:lt2>
        <a:srgbClr val="FFFFFF"/>
      </a:lt2>
      <a:accent1>
        <a:srgbClr val="6BA5FF"/>
      </a:accent1>
      <a:accent2>
        <a:srgbClr val="0F6DFF"/>
      </a:accent2>
      <a:accent3>
        <a:srgbClr val="0530AD"/>
      </a:accent3>
      <a:accent4>
        <a:srgbClr val="0DB5B3"/>
      </a:accent4>
      <a:accent5>
        <a:srgbClr val="4F2096"/>
      </a:accent5>
      <a:accent6>
        <a:srgbClr val="914BFA"/>
      </a:accent6>
      <a:hlink>
        <a:srgbClr val="0549DA"/>
      </a:hlink>
      <a:folHlink>
        <a:srgbClr val="D8D8D8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 template" id="{5B6D6A31-F1E5-E349-8D2D-3F8C2670A323}" vid="{D4B88B9D-03EB-CF4D-8201-221905AC4F9C}"/>
    </a:ext>
  </a:extLst>
</a:theme>
</file>

<file path=ppt/theme/theme6.xml><?xml version="1.0" encoding="utf-8"?>
<a:theme xmlns:a="http://schemas.openxmlformats.org/drawingml/2006/main" name="2_wht_background_2017">
  <a:themeElements>
    <a:clrScheme name="Custom 28">
      <a:dk1>
        <a:srgbClr val="000000"/>
      </a:dk1>
      <a:lt1>
        <a:srgbClr val="141140"/>
      </a:lt1>
      <a:dk2>
        <a:srgbClr val="F3F3F3"/>
      </a:dk2>
      <a:lt2>
        <a:srgbClr val="FFFFFF"/>
      </a:lt2>
      <a:accent1>
        <a:srgbClr val="6BA5FF"/>
      </a:accent1>
      <a:accent2>
        <a:srgbClr val="0F6DFF"/>
      </a:accent2>
      <a:accent3>
        <a:srgbClr val="0530AD"/>
      </a:accent3>
      <a:accent4>
        <a:srgbClr val="0DB5B3"/>
      </a:accent4>
      <a:accent5>
        <a:srgbClr val="4F2096"/>
      </a:accent5>
      <a:accent6>
        <a:srgbClr val="914BFA"/>
      </a:accent6>
      <a:hlink>
        <a:srgbClr val="0549DA"/>
      </a:hlink>
      <a:folHlink>
        <a:srgbClr val="D8D8D8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 template" id="{5B6D6A31-F1E5-E349-8D2D-3F8C2670A323}" vid="{D4B88B9D-03EB-CF4D-8201-221905AC4F9C}"/>
    </a:ext>
  </a:extLst>
</a:theme>
</file>

<file path=ppt/theme/theme7.xml><?xml version="1.0" encoding="utf-8"?>
<a:theme xmlns:a="http://schemas.openxmlformats.org/drawingml/2006/main" name="IBM BxD 2018 black background">
  <a:themeElements>
    <a:clrScheme name="IBM BxD palette 2018">
      <a:dk1>
        <a:srgbClr val="FFFFFF"/>
      </a:dk1>
      <a:lt1>
        <a:srgbClr val="000000"/>
      </a:lt1>
      <a:dk2>
        <a:srgbClr val="565656"/>
      </a:dk2>
      <a:lt2>
        <a:srgbClr val="F3F3F3"/>
      </a:lt2>
      <a:accent1>
        <a:srgbClr val="767676"/>
      </a:accent1>
      <a:accent2>
        <a:srgbClr val="0F6FFF"/>
      </a:accent2>
      <a:accent3>
        <a:srgbClr val="D7306D"/>
      </a:accent3>
      <a:accent4>
        <a:srgbClr val="924CFC"/>
      </a:accent4>
      <a:accent5>
        <a:srgbClr val="008381"/>
      </a:accent5>
      <a:accent6>
        <a:srgbClr val="6E757C"/>
      </a:accent6>
      <a:hlink>
        <a:srgbClr val="0F6FFF"/>
      </a:hlink>
      <a:folHlink>
        <a:srgbClr val="6EA6FF"/>
      </a:folHlink>
    </a:clrScheme>
    <a:fontScheme name="IBM Plex">
      <a:majorFont>
        <a:latin typeface="IBM Plex Sans SemiBold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HelvNeue Light for IBM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custClrLst>
    <a:custClr name="Magenta 100">
      <a:srgbClr val="2A0A16"/>
    </a:custClr>
    <a:custClr name="Magenta 90">
      <a:srgbClr val="4F0027"/>
    </a:custClr>
    <a:custClr name="Magenta 80">
      <a:srgbClr val="760A3A"/>
    </a:custClr>
    <a:custClr name="Magenta 70">
      <a:srgbClr val="A11950"/>
    </a:custClr>
    <a:custClr name="Magenta 60">
      <a:srgbClr val="D7306D"/>
    </a:custClr>
    <a:custClr name="Magenta 50">
      <a:srgbClr val="EE538B"/>
    </a:custClr>
    <a:custClr name="Magenta 40">
      <a:srgbClr val="FA75A6"/>
    </a:custClr>
    <a:custClr name="Magenta 30">
      <a:srgbClr val="FFA0C2"/>
    </a:custClr>
    <a:custClr name="Magenta 20">
      <a:srgbClr val="FFCFE1"/>
    </a:custClr>
    <a:custClr name="Magenta 10">
      <a:srgbClr val="FFF0F6"/>
    </a:custClr>
    <a:custClr name="Purple 100">
      <a:srgbClr val="1E1033"/>
    </a:custClr>
    <a:custClr name="Purple 90">
      <a:srgbClr val="321260"/>
    </a:custClr>
    <a:custClr name="Purple 80">
      <a:srgbClr val="4F2196"/>
    </a:custClr>
    <a:custClr name="Purple 70">
      <a:srgbClr val="6E32C9"/>
    </a:custClr>
    <a:custClr name="Purple 60">
      <a:srgbClr val="924CFC"/>
    </a:custClr>
    <a:custClr name="Purple 50">
      <a:srgbClr val="A970FF"/>
    </a:custClr>
    <a:custClr name="Purple 40">
      <a:srgbClr val="BB8EFF"/>
    </a:custClr>
    <a:custClr name="Purple 30">
      <a:srgbClr val="D0B0FF"/>
    </a:custClr>
    <a:custClr name="Purple 20">
      <a:srgbClr val="E6D6FF"/>
    </a:custClr>
    <a:custClr name="Purple 10">
      <a:srgbClr val="F7F1FF"/>
    </a:custClr>
    <a:custClr name="Blue 100">
      <a:srgbClr val="051243"/>
    </a:custClr>
    <a:custClr name="Blue 90">
      <a:srgbClr val="051B75"/>
    </a:custClr>
    <a:custClr name="Blue 80">
      <a:srgbClr val="0530AD"/>
    </a:custClr>
    <a:custClr name="Blue 70">
      <a:srgbClr val="054ADA"/>
    </a:custClr>
    <a:custClr name="Blue 60">
      <a:srgbClr val="0F6FFF"/>
    </a:custClr>
    <a:custClr name="Blue 50">
      <a:srgbClr val="418CFF"/>
    </a:custClr>
    <a:custClr name="Blue 40">
      <a:srgbClr val="6EA6FF"/>
    </a:custClr>
    <a:custClr name="Blue 30">
      <a:srgbClr val="97C1FF"/>
    </a:custClr>
    <a:custClr name="Blue 20">
      <a:srgbClr val="C9DEFF"/>
    </a:custClr>
    <a:custClr name="Blue 10">
      <a:srgbClr val="EDF4FF"/>
    </a:custClr>
    <a:custClr name="Teal 100">
      <a:srgbClr val="081A1C"/>
    </a:custClr>
    <a:custClr name="Teal 90">
      <a:srgbClr val="002B30"/>
    </a:custClr>
    <a:custClr name="Teal 80">
      <a:srgbClr val="004548"/>
    </a:custClr>
    <a:custClr name="Teal 70">
      <a:srgbClr val="006161"/>
    </a:custClr>
    <a:custClr name="Teal 60">
      <a:srgbClr val="008381"/>
    </a:custClr>
    <a:custClr name="Teal 50">
      <a:srgbClr val="009E9A"/>
    </a:custClr>
    <a:custClr name="Teal 40">
      <a:srgbClr val="00BAB6"/>
    </a:custClr>
    <a:custClr name="Teal 30">
      <a:srgbClr val="20D5D2"/>
    </a:custClr>
    <a:custClr name="Teal 20">
      <a:srgbClr val="87EDED"/>
    </a:custClr>
    <a:custClr name="Teal 10">
      <a:srgbClr val="DBFBFB"/>
    </a:custClr>
    <a:custClr name="Gray 100">
      <a:srgbClr val="171717"/>
    </a:custClr>
    <a:custClr name="Gray 90">
      <a:srgbClr val="252525"/>
    </a:custClr>
    <a:custClr name="Gray 80">
      <a:srgbClr val="3D3D3D"/>
    </a:custClr>
    <a:custClr name="Gray 70">
      <a:srgbClr val="565656"/>
    </a:custClr>
    <a:custClr name="Gray 60">
      <a:srgbClr val="767676"/>
    </a:custClr>
    <a:custClr name="Gray 50">
      <a:srgbClr val="8C8C8C"/>
    </a:custClr>
    <a:custClr name="Gray 40">
      <a:srgbClr val="A4A4A4"/>
    </a:custClr>
    <a:custClr name="Gray 30">
      <a:srgbClr val="BEBEBE"/>
    </a:custClr>
    <a:custClr name="Gray 20">
      <a:srgbClr val="DCDCDC"/>
    </a:custClr>
    <a:custClr name="Gray 10">
      <a:srgbClr val="F3F3F3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8.xml><?xml version="1.0" encoding="utf-8"?>
<a:theme xmlns:a="http://schemas.openxmlformats.org/drawingml/2006/main" name="1_blk_background_2017">
  <a:themeElements>
    <a:clrScheme name="Custom 34">
      <a:dk1>
        <a:srgbClr val="000000"/>
      </a:dk1>
      <a:lt1>
        <a:srgbClr val="031973"/>
      </a:lt1>
      <a:dk2>
        <a:srgbClr val="F3F3F3"/>
      </a:dk2>
      <a:lt2>
        <a:srgbClr val="FFFFFF"/>
      </a:lt2>
      <a:accent1>
        <a:srgbClr val="6BA5FF"/>
      </a:accent1>
      <a:accent2>
        <a:srgbClr val="0F6DFF"/>
      </a:accent2>
      <a:accent3>
        <a:srgbClr val="0549DA"/>
      </a:accent3>
      <a:accent4>
        <a:srgbClr val="0DB5B3"/>
      </a:accent4>
      <a:accent5>
        <a:srgbClr val="4F2096"/>
      </a:accent5>
      <a:accent6>
        <a:srgbClr val="914BFA"/>
      </a:accent6>
      <a:hlink>
        <a:srgbClr val="0F6DFF"/>
      </a:hlink>
      <a:folHlink>
        <a:srgbClr val="D8D8D8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 template" id="{5B6D6A31-F1E5-E349-8D2D-3F8C2670A323}" vid="{E75D005A-68B5-7A42-BA64-F255465F8AB0}"/>
    </a:ext>
  </a:extLst>
</a:theme>
</file>

<file path=ppt/theme/theme9.xml><?xml version="1.0" encoding="utf-8"?>
<a:theme xmlns:a="http://schemas.openxmlformats.org/drawingml/2006/main" name="3_wht_background_2017">
  <a:themeElements>
    <a:clrScheme name="Custom 28">
      <a:dk1>
        <a:srgbClr val="000000"/>
      </a:dk1>
      <a:lt1>
        <a:srgbClr val="141140"/>
      </a:lt1>
      <a:dk2>
        <a:srgbClr val="F3F3F3"/>
      </a:dk2>
      <a:lt2>
        <a:srgbClr val="FFFFFF"/>
      </a:lt2>
      <a:accent1>
        <a:srgbClr val="6BA5FF"/>
      </a:accent1>
      <a:accent2>
        <a:srgbClr val="0F6DFF"/>
      </a:accent2>
      <a:accent3>
        <a:srgbClr val="0530AD"/>
      </a:accent3>
      <a:accent4>
        <a:srgbClr val="0DB5B3"/>
      </a:accent4>
      <a:accent5>
        <a:srgbClr val="4F2096"/>
      </a:accent5>
      <a:accent6>
        <a:srgbClr val="914BFA"/>
      </a:accent6>
      <a:hlink>
        <a:srgbClr val="0549DA"/>
      </a:hlink>
      <a:folHlink>
        <a:srgbClr val="D8D8D8"/>
      </a:folHlink>
    </a:clrScheme>
    <a:fontScheme name="IBM Master PPT Template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noAutofit/>
      </a:bodyPr>
      <a:lstStyle>
        <a:defPPr>
          <a:defRPr sz="1200" dirty="0" err="1">
            <a:solidFill>
              <a:srgbClr val="FFFFFF"/>
            </a:solidFill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 template" id="{5B6D6A31-F1E5-E349-8D2D-3F8C2670A323}" vid="{D4B88B9D-03EB-CF4D-8201-221905AC4F9C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45105</TotalTime>
  <Words>2405</Words>
  <Application>Microsoft Macintosh PowerPoint</Application>
  <PresentationFormat>Widescreen</PresentationFormat>
  <Paragraphs>402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18</vt:i4>
      </vt:variant>
    </vt:vector>
  </HeadingPairs>
  <TitlesOfParts>
    <vt:vector size="40" baseType="lpstr">
      <vt:lpstr>.AppleSystemUIFont</vt:lpstr>
      <vt:lpstr>Aptos</vt:lpstr>
      <vt:lpstr>Arial</vt:lpstr>
      <vt:lpstr>Calibri</vt:lpstr>
      <vt:lpstr>Courier New</vt:lpstr>
      <vt:lpstr>HelvNeue Light for IBM</vt:lpstr>
      <vt:lpstr>IBM Plex Sans</vt:lpstr>
      <vt:lpstr>IBM Plex Sans ExtraLight</vt:lpstr>
      <vt:lpstr>IBM Plex Sans Light</vt:lpstr>
      <vt:lpstr>IBM Plex Sans Text</vt:lpstr>
      <vt:lpstr>Roboto</vt:lpstr>
      <vt:lpstr>Times New Roman</vt:lpstr>
      <vt:lpstr>Wingdings</vt:lpstr>
      <vt:lpstr>blk_background_2017</vt:lpstr>
      <vt:lpstr>dk_blu_background_2017</vt:lpstr>
      <vt:lpstr>wht_background_2017</vt:lpstr>
      <vt:lpstr>3_IBM BxD 2018 black background</vt:lpstr>
      <vt:lpstr>1_wht_background_2017</vt:lpstr>
      <vt:lpstr>2_wht_background_2017</vt:lpstr>
      <vt:lpstr>IBM BxD 2018 black background</vt:lpstr>
      <vt:lpstr>1_blk_background_2017</vt:lpstr>
      <vt:lpstr>3_wht_background_2017</vt:lpstr>
      <vt:lpstr>PowerPoint Presentation</vt:lpstr>
      <vt:lpstr>PowerPoint Presentation</vt:lpstr>
      <vt:lpstr>NLP Steps</vt:lpstr>
      <vt:lpstr>Task 1: Segmentation</vt:lpstr>
      <vt:lpstr>Segmentation Example</vt:lpstr>
      <vt:lpstr>Task 2: Tokenization</vt:lpstr>
      <vt:lpstr>Tokenized</vt:lpstr>
      <vt:lpstr>Task 3: Removing the Stop Words</vt:lpstr>
      <vt:lpstr>Task 4: Stemming</vt:lpstr>
      <vt:lpstr>Task 5: Lemmatization</vt:lpstr>
      <vt:lpstr>Task 6: POS: Part of Speech</vt:lpstr>
      <vt:lpstr>Example of POS tagging</vt:lpstr>
      <vt:lpstr>Example of POS Tagging</vt:lpstr>
      <vt:lpstr>Task 7: Named Entity Recognition</vt:lpstr>
      <vt:lpstr>Task 8 - Custom Text Preprocessing (Tokenization + Stopword Removal + Lemmatization)  This exercise is provided by Suman Attri, SPU 2026  </vt:lpstr>
      <vt:lpstr>Continues form previous page</vt:lpstr>
      <vt:lpstr>PowerPoint Presentation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Language</dc:title>
  <dc:creator>Anne Crumley</dc:creator>
  <cp:lastModifiedBy>Pischdotchian, Armen</cp:lastModifiedBy>
  <cp:revision>374</cp:revision>
  <cp:lastPrinted>2019-05-29T19:31:41Z</cp:lastPrinted>
  <dcterms:created xsi:type="dcterms:W3CDTF">2018-07-02T16:23:56Z</dcterms:created>
  <dcterms:modified xsi:type="dcterms:W3CDTF">2025-12-01T01:54:18Z</dcterms:modified>
</cp:coreProperties>
</file>